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8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F70F2A-522A-422E-8215-08ED776EB38C}" v="54" dt="2025-07-09T02:03:46.6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5" d="100"/>
          <a:sy n="65" d="100"/>
        </p:scale>
        <p:origin x="144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HAMMAD AZRIZ DANIAL BIN AHMAD RIZAL(s25t358)" userId="60267320-fd05-4fb3-9889-905e22019b8e" providerId="ADAL" clId="{FFF70F2A-522A-422E-8215-08ED776EB38C}"/>
    <pc:docChg chg="undo redo custSel addSld delSld modSld">
      <pc:chgData name="MUHAMMAD AZRIZ DANIAL BIN AHMAD RIZAL(s25t358)" userId="60267320-fd05-4fb3-9889-905e22019b8e" providerId="ADAL" clId="{FFF70F2A-522A-422E-8215-08ED776EB38C}" dt="2025-07-09T02:06:10.257" v="365" actId="9405"/>
      <pc:docMkLst>
        <pc:docMk/>
      </pc:docMkLst>
      <pc:sldChg chg="addSp delSp modSp mod">
        <pc:chgData name="MUHAMMAD AZRIZ DANIAL BIN AHMAD RIZAL(s25t358)" userId="60267320-fd05-4fb3-9889-905e22019b8e" providerId="ADAL" clId="{FFF70F2A-522A-422E-8215-08ED776EB38C}" dt="2025-06-25T03:34:22.311" v="256" actId="27349"/>
        <pc:sldMkLst>
          <pc:docMk/>
          <pc:sldMk cId="1569824743" sldId="256"/>
        </pc:sldMkLst>
        <pc:spChg chg="add mod">
          <ac:chgData name="MUHAMMAD AZRIZ DANIAL BIN AHMAD RIZAL(s25t358)" userId="60267320-fd05-4fb3-9889-905e22019b8e" providerId="ADAL" clId="{FFF70F2A-522A-422E-8215-08ED776EB38C}" dt="2025-06-25T03:32:50.702" v="202" actId="20577"/>
          <ac:spMkLst>
            <pc:docMk/>
            <pc:sldMk cId="1569824743" sldId="256"/>
            <ac:spMk id="2" creationId="{0E9FD6A5-8A3C-A104-BD5C-CBF522A924BF}"/>
          </ac:spMkLst>
        </pc:spChg>
        <pc:spChg chg="mod">
          <ac:chgData name="MUHAMMAD AZRIZ DANIAL BIN AHMAD RIZAL(s25t358)" userId="60267320-fd05-4fb3-9889-905e22019b8e" providerId="ADAL" clId="{FFF70F2A-522A-422E-8215-08ED776EB38C}" dt="2025-06-25T02:41:44.903" v="4" actId="11530"/>
          <ac:spMkLst>
            <pc:docMk/>
            <pc:sldMk cId="1569824743" sldId="256"/>
            <ac:spMk id="10" creationId="{9F37CDC4-BD78-45A0-B866-25CC5B7F4DCA}"/>
          </ac:spMkLst>
        </pc:spChg>
        <pc:spChg chg="add mod">
          <ac:chgData name="MUHAMMAD AZRIZ DANIAL BIN AHMAD RIZAL(s25t358)" userId="60267320-fd05-4fb3-9889-905e22019b8e" providerId="ADAL" clId="{FFF70F2A-522A-422E-8215-08ED776EB38C}" dt="2025-06-25T03:33:34.972" v="225" actId="1037"/>
          <ac:spMkLst>
            <pc:docMk/>
            <pc:sldMk cId="1569824743" sldId="256"/>
            <ac:spMk id="43" creationId="{3FDD9EF9-0CFC-AE7C-054D-8F7F0F7D72B3}"/>
          </ac:spMkLst>
        </pc:spChg>
        <pc:spChg chg="add mod">
          <ac:chgData name="MUHAMMAD AZRIZ DANIAL BIN AHMAD RIZAL(s25t358)" userId="60267320-fd05-4fb3-9889-905e22019b8e" providerId="ADAL" clId="{FFF70F2A-522A-422E-8215-08ED776EB38C}" dt="2025-06-25T03:33:55.406" v="233" actId="1076"/>
          <ac:spMkLst>
            <pc:docMk/>
            <pc:sldMk cId="1569824743" sldId="256"/>
            <ac:spMk id="55" creationId="{5E66FC8A-7D2A-CDEB-EB44-6D4CDD7E7C43}"/>
          </ac:spMkLst>
        </pc:spChg>
        <pc:grpChg chg="mod">
          <ac:chgData name="MUHAMMAD AZRIZ DANIAL BIN AHMAD RIZAL(s25t358)" userId="60267320-fd05-4fb3-9889-905e22019b8e" providerId="ADAL" clId="{FFF70F2A-522A-422E-8215-08ED776EB38C}" dt="2025-06-25T03:33:34.972" v="225" actId="1037"/>
          <ac:grpSpMkLst>
            <pc:docMk/>
            <pc:sldMk cId="1569824743" sldId="256"/>
            <ac:grpSpMk id="36" creationId="{29CB04CE-C342-28F6-90A8-D57699CF93DC}"/>
          </ac:grpSpMkLst>
        </pc:grpChg>
        <pc:grpChg chg="mod">
          <ac:chgData name="MUHAMMAD AZRIZ DANIAL BIN AHMAD RIZAL(s25t358)" userId="60267320-fd05-4fb3-9889-905e22019b8e" providerId="ADAL" clId="{FFF70F2A-522A-422E-8215-08ED776EB38C}" dt="2025-06-25T03:33:34.972" v="225" actId="1037"/>
          <ac:grpSpMkLst>
            <pc:docMk/>
            <pc:sldMk cId="1569824743" sldId="256"/>
            <ac:grpSpMk id="40" creationId="{C9AFAC5F-7697-9503-4949-0BFC563FCE73}"/>
          </ac:grpSpMkLst>
        </pc:grpChg>
        <pc:picChg chg="add mod">
          <ac:chgData name="MUHAMMAD AZRIZ DANIAL BIN AHMAD RIZAL(s25t358)" userId="60267320-fd05-4fb3-9889-905e22019b8e" providerId="ADAL" clId="{FFF70F2A-522A-422E-8215-08ED776EB38C}" dt="2025-06-25T03:34:22.311" v="256" actId="27349"/>
          <ac:picMkLst>
            <pc:docMk/>
            <pc:sldMk cId="1569824743" sldId="256"/>
            <ac:picMk id="4" creationId="{F6DD91CD-8D81-5B5E-9F91-11CB1638A663}"/>
          </ac:picMkLst>
        </pc:picChg>
        <pc:picChg chg="add mod">
          <ac:chgData name="MUHAMMAD AZRIZ DANIAL BIN AHMAD RIZAL(s25t358)" userId="60267320-fd05-4fb3-9889-905e22019b8e" providerId="ADAL" clId="{FFF70F2A-522A-422E-8215-08ED776EB38C}" dt="2025-06-25T03:33:34.972" v="225" actId="1037"/>
          <ac:picMkLst>
            <pc:docMk/>
            <pc:sldMk cId="1569824743" sldId="256"/>
            <ac:picMk id="42" creationId="{1F913925-2650-2DD5-DCE6-B33531B56448}"/>
          </ac:picMkLst>
        </pc:picChg>
        <pc:picChg chg="add mod">
          <ac:chgData name="MUHAMMAD AZRIZ DANIAL BIN AHMAD RIZAL(s25t358)" userId="60267320-fd05-4fb3-9889-905e22019b8e" providerId="ADAL" clId="{FFF70F2A-522A-422E-8215-08ED776EB38C}" dt="2025-06-25T03:33:34.972" v="225" actId="1037"/>
          <ac:picMkLst>
            <pc:docMk/>
            <pc:sldMk cId="1569824743" sldId="256"/>
            <ac:picMk id="50" creationId="{5A411668-D9C1-BB28-D596-2632E4EDBF7C}"/>
          </ac:picMkLst>
        </pc:picChg>
        <pc:picChg chg="add mod">
          <ac:chgData name="MUHAMMAD AZRIZ DANIAL BIN AHMAD RIZAL(s25t358)" userId="60267320-fd05-4fb3-9889-905e22019b8e" providerId="ADAL" clId="{FFF70F2A-522A-422E-8215-08ED776EB38C}" dt="2025-06-25T02:55:57.780" v="156" actId="1076"/>
          <ac:picMkLst>
            <pc:docMk/>
            <pc:sldMk cId="1569824743" sldId="256"/>
            <ac:picMk id="54" creationId="{EED4EC59-597C-65F9-A952-05E86720F502}"/>
          </ac:picMkLst>
        </pc:picChg>
        <pc:inkChg chg="add mod">
          <ac:chgData name="MUHAMMAD AZRIZ DANIAL BIN AHMAD RIZAL(s25t358)" userId="60267320-fd05-4fb3-9889-905e22019b8e" providerId="ADAL" clId="{FFF70F2A-522A-422E-8215-08ED776EB38C}" dt="2025-06-25T03:33:51.263" v="232" actId="1076"/>
          <ac:inkMkLst>
            <pc:docMk/>
            <pc:sldMk cId="1569824743" sldId="256"/>
            <ac:inkMk id="22" creationId="{4F50B1F4-1DE5-41C3-C081-5C7F00E13FC5}"/>
          </ac:inkMkLst>
        </pc:inkChg>
        <pc:inkChg chg="add mod">
          <ac:chgData name="MUHAMMAD AZRIZ DANIAL BIN AHMAD RIZAL(s25t358)" userId="60267320-fd05-4fb3-9889-905e22019b8e" providerId="ADAL" clId="{FFF70F2A-522A-422E-8215-08ED776EB38C}" dt="2025-06-25T03:34:06.539" v="244" actId="1037"/>
          <ac:inkMkLst>
            <pc:docMk/>
            <pc:sldMk cId="1569824743" sldId="256"/>
            <ac:inkMk id="26" creationId="{B12B39B6-FB0B-3D9A-3486-2F240E0745D5}"/>
          </ac:inkMkLst>
        </pc:inkChg>
        <pc:inkChg chg="add mod">
          <ac:chgData name="MUHAMMAD AZRIZ DANIAL BIN AHMAD RIZAL(s25t358)" userId="60267320-fd05-4fb3-9889-905e22019b8e" providerId="ADAL" clId="{FFF70F2A-522A-422E-8215-08ED776EB38C}" dt="2025-06-25T03:34:10.286" v="254" actId="1037"/>
          <ac:inkMkLst>
            <pc:docMk/>
            <pc:sldMk cId="1569824743" sldId="256"/>
            <ac:inkMk id="28" creationId="{979591E3-B9FB-E7DA-91CD-46BCEBAFABF5}"/>
          </ac:inkMkLst>
        </pc:inkChg>
        <pc:inkChg chg="add mod">
          <ac:chgData name="MUHAMMAD AZRIZ DANIAL BIN AHMAD RIZAL(s25t358)" userId="60267320-fd05-4fb3-9889-905e22019b8e" providerId="ADAL" clId="{FFF70F2A-522A-422E-8215-08ED776EB38C}" dt="2025-06-25T03:33:34.972" v="225" actId="1037"/>
          <ac:inkMkLst>
            <pc:docMk/>
            <pc:sldMk cId="1569824743" sldId="256"/>
            <ac:inkMk id="31" creationId="{6DB4311F-9A82-4EB2-7FA9-66542C0D38DD}"/>
          </ac:inkMkLst>
        </pc:inkChg>
        <pc:inkChg chg="add mod">
          <ac:chgData name="MUHAMMAD AZRIZ DANIAL BIN AHMAD RIZAL(s25t358)" userId="60267320-fd05-4fb3-9889-905e22019b8e" providerId="ADAL" clId="{FFF70F2A-522A-422E-8215-08ED776EB38C}" dt="2025-06-25T03:33:34.972" v="225" actId="1037"/>
          <ac:inkMkLst>
            <pc:docMk/>
            <pc:sldMk cId="1569824743" sldId="256"/>
            <ac:inkMk id="33" creationId="{03703060-F05C-A010-A953-43953A0A5FA0}"/>
          </ac:inkMkLst>
        </pc:inkChg>
        <pc:inkChg chg="add mod">
          <ac:chgData name="MUHAMMAD AZRIZ DANIAL BIN AHMAD RIZAL(s25t358)" userId="60267320-fd05-4fb3-9889-905e22019b8e" providerId="ADAL" clId="{FFF70F2A-522A-422E-8215-08ED776EB38C}" dt="2025-06-25T02:51:09.394" v="77"/>
          <ac:inkMkLst>
            <pc:docMk/>
            <pc:sldMk cId="1569824743" sldId="256"/>
            <ac:inkMk id="34" creationId="{FB06A990-15D3-F65B-61B9-F04E16C3AA52}"/>
          </ac:inkMkLst>
        </pc:inkChg>
        <pc:inkChg chg="add mod">
          <ac:chgData name="MUHAMMAD AZRIZ DANIAL BIN AHMAD RIZAL(s25t358)" userId="60267320-fd05-4fb3-9889-905e22019b8e" providerId="ADAL" clId="{FFF70F2A-522A-422E-8215-08ED776EB38C}" dt="2025-06-25T02:51:09.394" v="77"/>
          <ac:inkMkLst>
            <pc:docMk/>
            <pc:sldMk cId="1569824743" sldId="256"/>
            <ac:inkMk id="35" creationId="{7820664E-30A7-8824-5C0B-309B63952015}"/>
          </ac:inkMkLst>
        </pc:inkChg>
        <pc:inkChg chg="add mod">
          <ac:chgData name="MUHAMMAD AZRIZ DANIAL BIN AHMAD RIZAL(s25t358)" userId="60267320-fd05-4fb3-9889-905e22019b8e" providerId="ADAL" clId="{FFF70F2A-522A-422E-8215-08ED776EB38C}" dt="2025-06-25T02:51:13.995" v="81"/>
          <ac:inkMkLst>
            <pc:docMk/>
            <pc:sldMk cId="1569824743" sldId="256"/>
            <ac:inkMk id="37" creationId="{CC04AC2C-7E3D-A324-F555-28F17AEA10F0}"/>
          </ac:inkMkLst>
        </pc:inkChg>
        <pc:inkChg chg="add mod">
          <ac:chgData name="MUHAMMAD AZRIZ DANIAL BIN AHMAD RIZAL(s25t358)" userId="60267320-fd05-4fb3-9889-905e22019b8e" providerId="ADAL" clId="{FFF70F2A-522A-422E-8215-08ED776EB38C}" dt="2025-06-25T02:51:13.995" v="81"/>
          <ac:inkMkLst>
            <pc:docMk/>
            <pc:sldMk cId="1569824743" sldId="256"/>
            <ac:inkMk id="38" creationId="{7FD15657-230B-9B1F-242A-9B091AC1FC1F}"/>
          </ac:inkMkLst>
        </pc:inkChg>
        <pc:inkChg chg="add mod">
          <ac:chgData name="MUHAMMAD AZRIZ DANIAL BIN AHMAD RIZAL(s25t358)" userId="60267320-fd05-4fb3-9889-905e22019b8e" providerId="ADAL" clId="{FFF70F2A-522A-422E-8215-08ED776EB38C}" dt="2025-06-25T02:51:13.995" v="81"/>
          <ac:inkMkLst>
            <pc:docMk/>
            <pc:sldMk cId="1569824743" sldId="256"/>
            <ac:inkMk id="39" creationId="{E5604DA6-0B55-0151-B5A5-8ECF158E3A19}"/>
          </ac:inkMkLst>
        </pc:inkChg>
        <pc:cxnChg chg="add mod">
          <ac:chgData name="MUHAMMAD AZRIZ DANIAL BIN AHMAD RIZAL(s25t358)" userId="60267320-fd05-4fb3-9889-905e22019b8e" providerId="ADAL" clId="{FFF70F2A-522A-422E-8215-08ED776EB38C}" dt="2025-06-25T03:33:34.972" v="225" actId="1037"/>
          <ac:cxnSpMkLst>
            <pc:docMk/>
            <pc:sldMk cId="1569824743" sldId="256"/>
            <ac:cxnSpMk id="47" creationId="{0D06BC0F-9CCD-F08D-1736-0B9F8886544C}"/>
          </ac:cxnSpMkLst>
        </pc:cxnChg>
      </pc:sldChg>
      <pc:sldChg chg="new del">
        <pc:chgData name="MUHAMMAD AZRIZ DANIAL BIN AHMAD RIZAL(s25t358)" userId="60267320-fd05-4fb3-9889-905e22019b8e" providerId="ADAL" clId="{FFF70F2A-522A-422E-8215-08ED776EB38C}" dt="2025-07-09T01:54:47.491" v="259" actId="47"/>
        <pc:sldMkLst>
          <pc:docMk/>
          <pc:sldMk cId="3983806377" sldId="257"/>
        </pc:sldMkLst>
      </pc:sldChg>
      <pc:sldChg chg="addSp delSp modSp add mod">
        <pc:chgData name="MUHAMMAD AZRIZ DANIAL BIN AHMAD RIZAL(s25t358)" userId="60267320-fd05-4fb3-9889-905e22019b8e" providerId="ADAL" clId="{FFF70F2A-522A-422E-8215-08ED776EB38C}" dt="2025-07-09T02:06:10.257" v="365" actId="9405"/>
        <pc:sldMkLst>
          <pc:docMk/>
          <pc:sldMk cId="3792297006" sldId="258"/>
        </pc:sldMkLst>
        <pc:spChg chg="mod">
          <ac:chgData name="MUHAMMAD AZRIZ DANIAL BIN AHMAD RIZAL(s25t358)" userId="60267320-fd05-4fb3-9889-905e22019b8e" providerId="ADAL" clId="{FFF70F2A-522A-422E-8215-08ED776EB38C}" dt="2025-07-09T02:04:53.678" v="356" actId="20577"/>
          <ac:spMkLst>
            <pc:docMk/>
            <pc:sldMk cId="3792297006" sldId="258"/>
            <ac:spMk id="2" creationId="{9533DA3D-C839-73FD-36FB-8F21B20048EC}"/>
          </ac:spMkLst>
        </pc:spChg>
        <pc:spChg chg="mod">
          <ac:chgData name="MUHAMMAD AZRIZ DANIAL BIN AHMAD RIZAL(s25t358)" userId="60267320-fd05-4fb3-9889-905e22019b8e" providerId="ADAL" clId="{FFF70F2A-522A-422E-8215-08ED776EB38C}" dt="2025-07-09T02:03:24.923" v="325" actId="1076"/>
          <ac:spMkLst>
            <pc:docMk/>
            <pc:sldMk cId="3792297006" sldId="258"/>
            <ac:spMk id="11" creationId="{B6727FA5-7B13-AA85-3AC4-AA3E973102B8}"/>
          </ac:spMkLst>
        </pc:spChg>
        <pc:spChg chg="add del">
          <ac:chgData name="MUHAMMAD AZRIZ DANIAL BIN AHMAD RIZAL(s25t358)" userId="60267320-fd05-4fb3-9889-905e22019b8e" providerId="ADAL" clId="{FFF70F2A-522A-422E-8215-08ED776EB38C}" dt="2025-07-09T02:00:10.256" v="294" actId="34122"/>
          <ac:spMkLst>
            <pc:docMk/>
            <pc:sldMk cId="3792297006" sldId="258"/>
            <ac:spMk id="27" creationId="{12C303B1-312B-463B-833F-A531C2F45DA8}"/>
          </ac:spMkLst>
        </pc:spChg>
        <pc:spChg chg="del">
          <ac:chgData name="MUHAMMAD AZRIZ DANIAL BIN AHMAD RIZAL(s25t358)" userId="60267320-fd05-4fb3-9889-905e22019b8e" providerId="ADAL" clId="{FFF70F2A-522A-422E-8215-08ED776EB38C}" dt="2025-07-09T01:54:54.961" v="262" actId="478"/>
          <ac:spMkLst>
            <pc:docMk/>
            <pc:sldMk cId="3792297006" sldId="258"/>
            <ac:spMk id="43" creationId="{22F8C40A-8247-1CB9-E793-9A059D8022C4}"/>
          </ac:spMkLst>
        </pc:spChg>
        <pc:spChg chg="del">
          <ac:chgData name="MUHAMMAD AZRIZ DANIAL BIN AHMAD RIZAL(s25t358)" userId="60267320-fd05-4fb3-9889-905e22019b8e" providerId="ADAL" clId="{FFF70F2A-522A-422E-8215-08ED776EB38C}" dt="2025-07-09T01:55:02.609" v="266" actId="478"/>
          <ac:spMkLst>
            <pc:docMk/>
            <pc:sldMk cId="3792297006" sldId="258"/>
            <ac:spMk id="55" creationId="{75C8F052-8704-47D5-F1EB-6D937B098545}"/>
          </ac:spMkLst>
        </pc:spChg>
        <pc:grpChg chg="add mod">
          <ac:chgData name="MUHAMMAD AZRIZ DANIAL BIN AHMAD RIZAL(s25t358)" userId="60267320-fd05-4fb3-9889-905e22019b8e" providerId="ADAL" clId="{FFF70F2A-522A-422E-8215-08ED776EB38C}" dt="2025-07-09T02:03:51.674" v="327" actId="14100"/>
          <ac:grpSpMkLst>
            <pc:docMk/>
            <pc:sldMk cId="3792297006" sldId="258"/>
            <ac:grpSpMk id="24" creationId="{BD219113-FB0D-7BA6-22C2-A528D479F434}"/>
          </ac:grpSpMkLst>
        </pc:grpChg>
        <pc:grpChg chg="del">
          <ac:chgData name="MUHAMMAD AZRIZ DANIAL BIN AHMAD RIZAL(s25t358)" userId="60267320-fd05-4fb3-9889-905e22019b8e" providerId="ADAL" clId="{FFF70F2A-522A-422E-8215-08ED776EB38C}" dt="2025-07-09T01:55:15.006" v="267" actId="478"/>
          <ac:grpSpMkLst>
            <pc:docMk/>
            <pc:sldMk cId="3792297006" sldId="258"/>
            <ac:grpSpMk id="36" creationId="{D63D3111-7BCB-D107-3B8E-FA105758DD48}"/>
          </ac:grpSpMkLst>
        </pc:grpChg>
        <pc:grpChg chg="add del">
          <ac:chgData name="MUHAMMAD AZRIZ DANIAL BIN AHMAD RIZAL(s25t358)" userId="60267320-fd05-4fb3-9889-905e22019b8e" providerId="ADAL" clId="{FFF70F2A-522A-422E-8215-08ED776EB38C}" dt="2025-07-09T01:58:19.754" v="283" actId="478"/>
          <ac:grpSpMkLst>
            <pc:docMk/>
            <pc:sldMk cId="3792297006" sldId="258"/>
            <ac:grpSpMk id="40" creationId="{DE474FF8-DF67-38C7-64C3-0D20F1F6AF7F}"/>
          </ac:grpSpMkLst>
        </pc:grpChg>
        <pc:picChg chg="del">
          <ac:chgData name="MUHAMMAD AZRIZ DANIAL BIN AHMAD RIZAL(s25t358)" userId="60267320-fd05-4fb3-9889-905e22019b8e" providerId="ADAL" clId="{FFF70F2A-522A-422E-8215-08ED776EB38C}" dt="2025-07-09T01:54:52.547" v="260" actId="478"/>
          <ac:picMkLst>
            <pc:docMk/>
            <pc:sldMk cId="3792297006" sldId="258"/>
            <ac:picMk id="4" creationId="{34DB9749-9401-7450-6B78-51AFC5CD8490}"/>
          </ac:picMkLst>
        </pc:picChg>
        <pc:picChg chg="add mod">
          <ac:chgData name="MUHAMMAD AZRIZ DANIAL BIN AHMAD RIZAL(s25t358)" userId="60267320-fd05-4fb3-9889-905e22019b8e" providerId="ADAL" clId="{FFF70F2A-522A-422E-8215-08ED776EB38C}" dt="2025-07-09T02:03:46.668" v="326" actId="164"/>
          <ac:picMkLst>
            <pc:docMk/>
            <pc:sldMk cId="3792297006" sldId="258"/>
            <ac:picMk id="20" creationId="{0E0B1833-57B3-259C-FF95-5BE6CAC7BD74}"/>
          </ac:picMkLst>
        </pc:picChg>
        <pc:picChg chg="add mod">
          <ac:chgData name="MUHAMMAD AZRIZ DANIAL BIN AHMAD RIZAL(s25t358)" userId="60267320-fd05-4fb3-9889-905e22019b8e" providerId="ADAL" clId="{FFF70F2A-522A-422E-8215-08ED776EB38C}" dt="2025-07-09T02:03:56.897" v="328" actId="1076"/>
          <ac:picMkLst>
            <pc:docMk/>
            <pc:sldMk cId="3792297006" sldId="258"/>
            <ac:picMk id="23" creationId="{D2D7591D-53DC-C5BC-4DA2-434768756EC9}"/>
          </ac:picMkLst>
        </pc:picChg>
        <pc:picChg chg="del">
          <ac:chgData name="MUHAMMAD AZRIZ DANIAL BIN AHMAD RIZAL(s25t358)" userId="60267320-fd05-4fb3-9889-905e22019b8e" providerId="ADAL" clId="{FFF70F2A-522A-422E-8215-08ED776EB38C}" dt="2025-07-09T01:54:56.982" v="263" actId="478"/>
          <ac:picMkLst>
            <pc:docMk/>
            <pc:sldMk cId="3792297006" sldId="258"/>
            <ac:picMk id="42" creationId="{1F32A6BD-257A-5B21-3531-A88D3A5487FB}"/>
          </ac:picMkLst>
        </pc:picChg>
        <pc:picChg chg="del">
          <ac:chgData name="MUHAMMAD AZRIZ DANIAL BIN AHMAD RIZAL(s25t358)" userId="60267320-fd05-4fb3-9889-905e22019b8e" providerId="ADAL" clId="{FFF70F2A-522A-422E-8215-08ED776EB38C}" dt="2025-07-09T01:55:01.101" v="265" actId="478"/>
          <ac:picMkLst>
            <pc:docMk/>
            <pc:sldMk cId="3792297006" sldId="258"/>
            <ac:picMk id="50" creationId="{6BEB5DF2-B4CF-1D6B-7C90-C2547A7528A9}"/>
          </ac:picMkLst>
        </pc:picChg>
        <pc:picChg chg="del">
          <ac:chgData name="MUHAMMAD AZRIZ DANIAL BIN AHMAD RIZAL(s25t358)" userId="60267320-fd05-4fb3-9889-905e22019b8e" providerId="ADAL" clId="{FFF70F2A-522A-422E-8215-08ED776EB38C}" dt="2025-07-09T01:54:53.807" v="261" actId="478"/>
          <ac:picMkLst>
            <pc:docMk/>
            <pc:sldMk cId="3792297006" sldId="258"/>
            <ac:picMk id="54" creationId="{900F1DBC-55A6-367B-8579-F45D0874DF19}"/>
          </ac:picMkLst>
        </pc:picChg>
        <pc:inkChg chg="add del">
          <ac:chgData name="MUHAMMAD AZRIZ DANIAL BIN AHMAD RIZAL(s25t358)" userId="60267320-fd05-4fb3-9889-905e22019b8e" providerId="ADAL" clId="{FFF70F2A-522A-422E-8215-08ED776EB38C}" dt="2025-07-09T01:58:00.333" v="275" actId="9405"/>
          <ac:inkMkLst>
            <pc:docMk/>
            <pc:sldMk cId="3792297006" sldId="258"/>
            <ac:inkMk id="3" creationId="{30EFA132-8B80-9F75-5E56-90C3FDDA7F73}"/>
          </ac:inkMkLst>
        </pc:inkChg>
        <pc:inkChg chg="add del">
          <ac:chgData name="MUHAMMAD AZRIZ DANIAL BIN AHMAD RIZAL(s25t358)" userId="60267320-fd05-4fb3-9889-905e22019b8e" providerId="ADAL" clId="{FFF70F2A-522A-422E-8215-08ED776EB38C}" dt="2025-07-09T01:58:18.071" v="281" actId="9405"/>
          <ac:inkMkLst>
            <pc:docMk/>
            <pc:sldMk cId="3792297006" sldId="258"/>
            <ac:inkMk id="13" creationId="{DD4B8E2C-3367-CF5B-F4D2-09159F032ED5}"/>
          </ac:inkMkLst>
        </pc:inkChg>
        <pc:inkChg chg="add mod">
          <ac:chgData name="MUHAMMAD AZRIZ DANIAL BIN AHMAD RIZAL(s25t358)" userId="60267320-fd05-4fb3-9889-905e22019b8e" providerId="ADAL" clId="{FFF70F2A-522A-422E-8215-08ED776EB38C}" dt="2025-07-09T01:58:16.408" v="279"/>
          <ac:inkMkLst>
            <pc:docMk/>
            <pc:sldMk cId="3792297006" sldId="258"/>
            <ac:inkMk id="14" creationId="{A7A3513D-F05A-BBCA-2B3C-41521E9C8648}"/>
          </ac:inkMkLst>
        </pc:inkChg>
        <pc:inkChg chg="add del">
          <ac:chgData name="MUHAMMAD AZRIZ DANIAL BIN AHMAD RIZAL(s25t358)" userId="60267320-fd05-4fb3-9889-905e22019b8e" providerId="ADAL" clId="{FFF70F2A-522A-422E-8215-08ED776EB38C}" dt="2025-07-09T01:58:39.010" v="285"/>
          <ac:inkMkLst>
            <pc:docMk/>
            <pc:sldMk cId="3792297006" sldId="258"/>
            <ac:inkMk id="15" creationId="{C20A1EDB-549D-3B11-4EC2-C93781FA6D56}"/>
          </ac:inkMkLst>
        </pc:inkChg>
        <pc:inkChg chg="add del mod">
          <ac:chgData name="MUHAMMAD AZRIZ DANIAL BIN AHMAD RIZAL(s25t358)" userId="60267320-fd05-4fb3-9889-905e22019b8e" providerId="ADAL" clId="{FFF70F2A-522A-422E-8215-08ED776EB38C}" dt="2025-07-09T02:03:46.668" v="326" actId="164"/>
          <ac:inkMkLst>
            <pc:docMk/>
            <pc:sldMk cId="3792297006" sldId="258"/>
            <ac:inkMk id="16" creationId="{AA89A0AA-61C9-27DC-78E0-4D350F2889D8}"/>
          </ac:inkMkLst>
        </pc:inkChg>
        <pc:inkChg chg="add del">
          <ac:chgData name="MUHAMMAD AZRIZ DANIAL BIN AHMAD RIZAL(s25t358)" userId="60267320-fd05-4fb3-9889-905e22019b8e" providerId="ADAL" clId="{FFF70F2A-522A-422E-8215-08ED776EB38C}" dt="2025-07-09T01:58:45.569" v="288"/>
          <ac:inkMkLst>
            <pc:docMk/>
            <pc:sldMk cId="3792297006" sldId="258"/>
            <ac:inkMk id="17" creationId="{07F3C30F-2FAD-F36C-F2D4-5BF088C86E4A}"/>
          </ac:inkMkLst>
        </pc:inkChg>
        <pc:inkChg chg="add del mod">
          <ac:chgData name="MUHAMMAD AZRIZ DANIAL BIN AHMAD RIZAL(s25t358)" userId="60267320-fd05-4fb3-9889-905e22019b8e" providerId="ADAL" clId="{FFF70F2A-522A-422E-8215-08ED776EB38C}" dt="2025-07-09T02:01:22.137" v="303" actId="478"/>
          <ac:inkMkLst>
            <pc:docMk/>
            <pc:sldMk cId="3792297006" sldId="258"/>
            <ac:inkMk id="18" creationId="{23225AE9-B7E8-1CDC-1A82-FB1C6B7B0740}"/>
          </ac:inkMkLst>
        </pc:inkChg>
        <pc:inkChg chg="del">
          <ac:chgData name="MUHAMMAD AZRIZ DANIAL BIN AHMAD RIZAL(s25t358)" userId="60267320-fd05-4fb3-9889-905e22019b8e" providerId="ADAL" clId="{FFF70F2A-522A-422E-8215-08ED776EB38C}" dt="2025-07-09T01:55:23.065" v="270" actId="478"/>
          <ac:inkMkLst>
            <pc:docMk/>
            <pc:sldMk cId="3792297006" sldId="258"/>
            <ac:inkMk id="22" creationId="{C61F2E4A-3724-7A9B-1447-292D368B6A00}"/>
          </ac:inkMkLst>
        </pc:inkChg>
        <pc:inkChg chg="add del">
          <ac:chgData name="MUHAMMAD AZRIZ DANIAL BIN AHMAD RIZAL(s25t358)" userId="60267320-fd05-4fb3-9889-905e22019b8e" providerId="ADAL" clId="{FFF70F2A-522A-422E-8215-08ED776EB38C}" dt="2025-07-09T02:05:58.182" v="362" actId="9405"/>
          <ac:inkMkLst>
            <pc:docMk/>
            <pc:sldMk cId="3792297006" sldId="258"/>
            <ac:inkMk id="25" creationId="{3A670545-FD4E-FAA7-A24F-889081B03856}"/>
          </ac:inkMkLst>
        </pc:inkChg>
        <pc:inkChg chg="del">
          <ac:chgData name="MUHAMMAD AZRIZ DANIAL BIN AHMAD RIZAL(s25t358)" userId="60267320-fd05-4fb3-9889-905e22019b8e" providerId="ADAL" clId="{FFF70F2A-522A-422E-8215-08ED776EB38C}" dt="2025-07-09T01:55:21.054" v="269" actId="478"/>
          <ac:inkMkLst>
            <pc:docMk/>
            <pc:sldMk cId="3792297006" sldId="258"/>
            <ac:inkMk id="26" creationId="{F873EB91-553E-6E1F-3FD9-D5676585E010}"/>
          </ac:inkMkLst>
        </pc:inkChg>
        <pc:inkChg chg="del">
          <ac:chgData name="MUHAMMAD AZRIZ DANIAL BIN AHMAD RIZAL(s25t358)" userId="60267320-fd05-4fb3-9889-905e22019b8e" providerId="ADAL" clId="{FFF70F2A-522A-422E-8215-08ED776EB38C}" dt="2025-07-09T01:55:27.506" v="272" actId="478"/>
          <ac:inkMkLst>
            <pc:docMk/>
            <pc:sldMk cId="3792297006" sldId="258"/>
            <ac:inkMk id="28" creationId="{8B1D9BE3-4852-7FDB-D570-7651ADC5B3BD}"/>
          </ac:inkMkLst>
        </pc:inkChg>
        <pc:inkChg chg="add del">
          <ac:chgData name="MUHAMMAD AZRIZ DANIAL BIN AHMAD RIZAL(s25t358)" userId="60267320-fd05-4fb3-9889-905e22019b8e" providerId="ADAL" clId="{FFF70F2A-522A-422E-8215-08ED776EB38C}" dt="2025-07-09T02:05:51.754" v="359" actId="9405"/>
          <ac:inkMkLst>
            <pc:docMk/>
            <pc:sldMk cId="3792297006" sldId="258"/>
            <ac:inkMk id="29" creationId="{EE36BDC8-EE9E-5A8D-B27D-CCD20F6E0664}"/>
          </ac:inkMkLst>
        </pc:inkChg>
        <pc:inkChg chg="add del">
          <ac:chgData name="MUHAMMAD AZRIZ DANIAL BIN AHMAD RIZAL(s25t358)" userId="60267320-fd05-4fb3-9889-905e22019b8e" providerId="ADAL" clId="{FFF70F2A-522A-422E-8215-08ED776EB38C}" dt="2025-07-09T02:05:56.837" v="361" actId="9405"/>
          <ac:inkMkLst>
            <pc:docMk/>
            <pc:sldMk cId="3792297006" sldId="258"/>
            <ac:inkMk id="30" creationId="{AF20BF2B-C2FA-0AD7-E32D-10464634FC9E}"/>
          </ac:inkMkLst>
        </pc:inkChg>
        <pc:inkChg chg="del">
          <ac:chgData name="MUHAMMAD AZRIZ DANIAL BIN AHMAD RIZAL(s25t358)" userId="60267320-fd05-4fb3-9889-905e22019b8e" providerId="ADAL" clId="{FFF70F2A-522A-422E-8215-08ED776EB38C}" dt="2025-07-09T01:55:25.168" v="271" actId="478"/>
          <ac:inkMkLst>
            <pc:docMk/>
            <pc:sldMk cId="3792297006" sldId="258"/>
            <ac:inkMk id="31" creationId="{F3B5DBED-C2BD-DF71-FF57-9BE215095000}"/>
          </ac:inkMkLst>
        </pc:inkChg>
        <pc:inkChg chg="add">
          <ac:chgData name="MUHAMMAD AZRIZ DANIAL BIN AHMAD RIZAL(s25t358)" userId="60267320-fd05-4fb3-9889-905e22019b8e" providerId="ADAL" clId="{FFF70F2A-522A-422E-8215-08ED776EB38C}" dt="2025-07-09T02:06:01.859" v="363" actId="9405"/>
          <ac:inkMkLst>
            <pc:docMk/>
            <pc:sldMk cId="3792297006" sldId="258"/>
            <ac:inkMk id="32" creationId="{6E8AD94F-CA5E-D135-89D4-479B9C75437D}"/>
          </ac:inkMkLst>
        </pc:inkChg>
        <pc:inkChg chg="del">
          <ac:chgData name="MUHAMMAD AZRIZ DANIAL BIN AHMAD RIZAL(s25t358)" userId="60267320-fd05-4fb3-9889-905e22019b8e" providerId="ADAL" clId="{FFF70F2A-522A-422E-8215-08ED776EB38C}" dt="2025-07-09T01:55:17.918" v="268" actId="478"/>
          <ac:inkMkLst>
            <pc:docMk/>
            <pc:sldMk cId="3792297006" sldId="258"/>
            <ac:inkMk id="33" creationId="{D8773076-5533-F2E6-ACDF-FF4B336336CC}"/>
          </ac:inkMkLst>
        </pc:inkChg>
        <pc:inkChg chg="add">
          <ac:chgData name="MUHAMMAD AZRIZ DANIAL BIN AHMAD RIZAL(s25t358)" userId="60267320-fd05-4fb3-9889-905e22019b8e" providerId="ADAL" clId="{FFF70F2A-522A-422E-8215-08ED776EB38C}" dt="2025-07-09T02:06:07.149" v="364" actId="9405"/>
          <ac:inkMkLst>
            <pc:docMk/>
            <pc:sldMk cId="3792297006" sldId="258"/>
            <ac:inkMk id="41" creationId="{D9A5793B-FC31-5645-4B3A-61D9527BB362}"/>
          </ac:inkMkLst>
        </pc:inkChg>
        <pc:inkChg chg="add">
          <ac:chgData name="MUHAMMAD AZRIZ DANIAL BIN AHMAD RIZAL(s25t358)" userId="60267320-fd05-4fb3-9889-905e22019b8e" providerId="ADAL" clId="{FFF70F2A-522A-422E-8215-08ED776EB38C}" dt="2025-07-09T02:06:10.257" v="365" actId="9405"/>
          <ac:inkMkLst>
            <pc:docMk/>
            <pc:sldMk cId="3792297006" sldId="258"/>
            <ac:inkMk id="44" creationId="{482CC396-8960-5E1A-AD2E-6E111F31FB32}"/>
          </ac:inkMkLst>
        </pc:inkChg>
        <pc:cxnChg chg="del">
          <ac:chgData name="MUHAMMAD AZRIZ DANIAL BIN AHMAD RIZAL(s25t358)" userId="60267320-fd05-4fb3-9889-905e22019b8e" providerId="ADAL" clId="{FFF70F2A-522A-422E-8215-08ED776EB38C}" dt="2025-07-09T01:54:58.561" v="264" actId="478"/>
          <ac:cxnSpMkLst>
            <pc:docMk/>
            <pc:sldMk cId="3792297006" sldId="258"/>
            <ac:cxnSpMk id="47" creationId="{73F065DA-594F-9B94-4836-894289A3999E}"/>
          </ac:cxnSpMkLst>
        </pc:cxn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5T02:50:19.4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1392 0 24143,'-1392'2130'0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5T02:50:27.4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24182,'4306'0'0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5T02:50:33.2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24329,'1352'1762'0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5T02:50:54.7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24266,'6929'0'0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5T02:51:03.3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23937,'0'3691'0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5T02:51:07.4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43 747 24575,'-5'-6'0,"1"0"0,0-1 0,0 1 0,0 0 0,1-1 0,0 0 0,1 0 0,-1 0 0,1 0 0,1 0 0,-1 0 0,0-9 0,0-8 0,0 0 0,3-33 0,0 44 0,1 1 0,1-1 0,0 1 0,0-1 0,1 1 0,1 0 0,0 0 0,1 0 0,8-12 0,11-14 0,39-44 0,11-17 0,-52 60 0,-12 20 0,1 0 0,26-31 0,-33 45 0,0 0 0,0 0 0,0 1 0,0 0 0,1 0 0,0 0 0,0 1 0,0-1 0,0 1 0,0 1 0,1-1 0,-1 1 0,11-2 0,18-1 0,0 1 0,1 2 0,0 1 0,-1 1 0,44 8 0,-78-8 4,0 0 0,0 0 1,-1 0-1,1 0 0,0 0 0,0 0 0,0 1 0,-1-1 0,1 0 0,0 0 0,0 1 0,-1-1 1,1 1-1,0-1 0,-1 1 0,1-1 0,0 1 0,-1-1 0,1 1 0,-1 0 0,1-1 0,-1 1 0,1 0 1,0 0-1,-1 0-61,-1 0 1,1-1-1,0 1 1,0 0-1,0 0 1,-1-1 0,1 1-1,0 0 1,-1-1-1,1 1 1,-1-1-1,1 1 1,0 0-1,-1-1 1,1 1-1,-1-1 1,0 1 0,1-1-1,-1 0 1,1 1-1,-1-1 1,0 0-1,1 1 1,-1-1-1,-1 1 1,-17 6-6770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5T02:51:08.8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24575,'0'1575'0,"4"-1502"0,14 86 0,3 49 0,-17-160 0,12 63 0,-7-64 0,2 69 0,-10 281 96,-3-180-1557,2-181-5365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5T02:51:10.9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 24575,'-2'224'0,"5"250"0,1-446 0,0 0 0,2 0 0,1 0 0,12 28 0,-8-24 0,-2 0 0,7 44 0,-8 24 0,-7 169 0,-5-115 0,4 1107-1365,0-1226-5461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5T02:51:11.8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0 419 24575,'0'267'0,"10"-275"0,4-11 0,37-55 0,-32 50 0,-2-1 0,0-1 0,-2 0 0,-1-1 0,20-54 0,-25 52 0,0 1 0,2 1 0,0-1 0,2 2 0,1 0 0,2 0 0,30-39 0,-29 42-593,28-49 0,-43 69 414,10-19-6647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5T02:51:13.1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1 24575,'-1'0'0,"-1"1"0,1-1 0,-1 1 0,1-1 0,-1 1 0,1 0 0,0 0 0,-1-1 0,1 1 0,0 0 0,0 0 0,0 1 0,-1-1 0,1 0 0,0 0 0,0 0 0,1 1 0,-1-1 0,0 0 0,0 1 0,1-1 0,-1 1 0,1-1 0,-1 1 0,1-1 0,0 1 0,-1 2 0,-7 52 0,8-47 0,-7 421 0,10-255 0,-1-139 0,1-1 0,12 48 0,-7-42 0,3 54 0,-7 484 0,-7-299 0,5-142 0,-5 156 0,-16-156 0,10-92 0,-3 72 0,11-24-1365,1-50-5461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1:58:39.0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2285 1089 24492,'-1'43'0,"-1"0"0,-3-1 0,-1 0 0,-2 1 0,-1-2 0,-3 1 0,-1-1 0,-1-1 0,-3 0 0,-1-1 0,-1 0 0,-2-2 0,-2 0 0,-1-1 0,-2-1 0,-1-1 0,-1-1 0,-2-1 0,-1-1 0,-2-1 0,0-2 0,-2-1 0,-1-1 0,-1-1 0,0-2 0,-2-2 0,-1-1 0,0-1 0,-1-2 0,-1-1 0,0-2 0,-1-2 0,-1-1 0,1-2 0,-2-1 0,1-2 0,-1-2 0,1-2 0,-1-1 0,0-2 0,0-1 0,0-2 0,1-2 0,0-2 0,0-1 0,0-2 0,2-1 0,-1-2 0,1-2 0,1-1 0,1-2 0,0-1 0,2-1 0,0-2 0,1-2 0,1-1 0,2-1 0,0-1 0,2-2 0,1-1 0,1-1 0,1-1 0,2-1 0,2-1 0,0-1 0,3-1 0,1 0 0,1-2 0,2 0 0,2-1 0,1 0 0,2-1 0,2-1 0,1 1 0,2-2 0,2 1 0,2 0 0,1-1 0,2 0 0,2 0 0,2 1 0,1-1 0,2 1 0,2 0 0,2 0 0,1 0 0,2 2 0,2-1 0,1 1 0,2 1 0,2 1 0,1 0 0,1 1 0,3 1 0,0 1 0,2 1 0,2 1 0,1 1 0,1 1 0,1 1 0,2 2 0,0 1 0,2 1 0,1 2 0,1 0 0,0 3 0,2 1 0,0 1 0,1 2 0,1 1 0,1 2 0,-1 2 0,2 1 0,0 2 0,0 1 0,0 3 0,1 0 0,0 3 0,0 1 0,0 2 0,-1 1 0,1 3 0,-1 0 0,1 3 0,-2 1 0,1 2 0,-1 1 0,-1 2 0,0 2 0,-1 1 0,-1 2 0,0 1 0,-1 1 0,-2 3 0,0 0 0,-1 2 0,-1 1 0,-2 1 0,0 2 0,-2 1 0,-1 1 0,-2 1 0,-1 1 0,-1 1 0,-2 1 0,-1 1 0,-2 1 0,-2 0 0,-1 1 0,-1 1 0,-3 1 0,-1-1 0,-1 2 0,-3 0 0,-1 0 0,-2 0 0,-1 1 0,-3-1 0,-1 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2:06:01.8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0 171 24575,'0'-7'0,"0"-9"0,0-9 0,0-7 0,0-5 0,7 3 0,3 16 0,-1 16 0,5 10 0,7 2 0,0 8 0,-4 7 0,-4 6 0,-5 5 0,-3 3 0,-3-5-8191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2:06:07.1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0 255 24575,'5'-7'0,"0"0"0,-1-1 0,1 1 0,-2-1 0,1 0 0,-1 0 0,0 0 0,-1-1 0,0 1 0,0 0 0,-1-1 0,0 0 0,0-15 0,-1 14 0,1 0 0,0-1 0,1 1 0,0 0 0,0 0 0,1 0 0,1 0 0,6-14 0,-10 23 0,1-1 0,0 1 0,0 0 0,0-1 0,-1 1 0,1 0 0,1 0 0,-1-1 0,0 1 0,0 0 0,0 0 0,1 0 0,-1 0 0,0 0 0,1 1 0,-1-1 0,1 0 0,-1 1 0,3-1 0,-3 1 0,0 0 0,0 0 0,0 1 0,0-1 0,-1 0 0,1 1 0,0-1 0,0 1 0,0-1 0,0 1 0,-1 0 0,1-1 0,0 1 0,0 0 0,-1-1 0,1 1 0,-1 0 0,1 0 0,-1 0 0,1-1 0,-1 1 0,1 0 0,-1 1 0,5 11 0,0 0 0,-2 0 0,4 23 0,-2-14 0,5 14-682,9 72-1,-16-74-6143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2:06:10.2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24575,'0'8'0,"6"8"0,11 2 0,8-2 0,7-4 0,5-4 0,4-3 0,1-3 0,0-1 0,1-1 0,-1-1 0,0 0 0,0 1 0,-8-8 0,-2-1 0,-7-7 0,-7-8 0,-7 1-8191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A7362-795D-46B6-A284-86CE833205C4}" type="datetimeFigureOut">
              <a:rPr kumimoji="1" lang="ja-JP" altLang="en-US" smtClean="0"/>
              <a:t>2025/7/9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E7C73-F3E5-4391-9204-C48C392B7E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3950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A7362-795D-46B6-A284-86CE833205C4}" type="datetimeFigureOut">
              <a:rPr kumimoji="1" lang="ja-JP" altLang="en-US" smtClean="0"/>
              <a:t>2025/7/9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E7C73-F3E5-4391-9204-C48C392B7E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5801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A7362-795D-46B6-A284-86CE833205C4}" type="datetimeFigureOut">
              <a:rPr kumimoji="1" lang="ja-JP" altLang="en-US" smtClean="0"/>
              <a:t>2025/7/9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E7C73-F3E5-4391-9204-C48C392B7E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347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A7362-795D-46B6-A284-86CE833205C4}" type="datetimeFigureOut">
              <a:rPr kumimoji="1" lang="ja-JP" altLang="en-US" smtClean="0"/>
              <a:t>2025/7/9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E7C73-F3E5-4391-9204-C48C392B7E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4110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A7362-795D-46B6-A284-86CE833205C4}" type="datetimeFigureOut">
              <a:rPr kumimoji="1" lang="ja-JP" altLang="en-US" smtClean="0"/>
              <a:t>2025/7/9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E7C73-F3E5-4391-9204-C48C392B7E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2109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A7362-795D-46B6-A284-86CE833205C4}" type="datetimeFigureOut">
              <a:rPr kumimoji="1" lang="ja-JP" altLang="en-US" smtClean="0"/>
              <a:t>2025/7/9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E7C73-F3E5-4391-9204-C48C392B7E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0633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A7362-795D-46B6-A284-86CE833205C4}" type="datetimeFigureOut">
              <a:rPr kumimoji="1" lang="ja-JP" altLang="en-US" smtClean="0"/>
              <a:t>2025/7/9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E7C73-F3E5-4391-9204-C48C392B7E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1155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A7362-795D-46B6-A284-86CE833205C4}" type="datetimeFigureOut">
              <a:rPr kumimoji="1" lang="ja-JP" altLang="en-US" smtClean="0"/>
              <a:t>2025/7/9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E7C73-F3E5-4391-9204-C48C392B7E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7626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A7362-795D-46B6-A284-86CE833205C4}" type="datetimeFigureOut">
              <a:rPr kumimoji="1" lang="ja-JP" altLang="en-US" smtClean="0"/>
              <a:t>2025/7/9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E7C73-F3E5-4391-9204-C48C392B7E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3261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A7362-795D-46B6-A284-86CE833205C4}" type="datetimeFigureOut">
              <a:rPr kumimoji="1" lang="ja-JP" altLang="en-US" smtClean="0"/>
              <a:t>2025/7/9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E7C73-F3E5-4391-9204-C48C392B7E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5743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A7362-795D-46B6-A284-86CE833205C4}" type="datetimeFigureOut">
              <a:rPr kumimoji="1" lang="ja-JP" altLang="en-US" smtClean="0"/>
              <a:t>2025/7/9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E7C73-F3E5-4391-9204-C48C392B7E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74133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3A7362-795D-46B6-A284-86CE833205C4}" type="datetimeFigureOut">
              <a:rPr kumimoji="1" lang="ja-JP" altLang="en-US" smtClean="0"/>
              <a:t>2025/7/9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BE7C73-F3E5-4391-9204-C48C392B7E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94584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26" Type="http://schemas.openxmlformats.org/officeDocument/2006/relationships/image" Target="../media/image15.png"/><Relationship Id="rId3" Type="http://schemas.openxmlformats.org/officeDocument/2006/relationships/image" Target="../media/image1.png"/><Relationship Id="rId21" Type="http://schemas.openxmlformats.org/officeDocument/2006/relationships/image" Target="../media/image10.png"/><Relationship Id="rId7" Type="http://schemas.openxmlformats.org/officeDocument/2006/relationships/image" Target="../media/image3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5" Type="http://schemas.openxmlformats.org/officeDocument/2006/relationships/image" Target="../media/image14.sv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29" Type="http://schemas.openxmlformats.org/officeDocument/2006/relationships/image" Target="../media/image18.sv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11" Type="http://schemas.openxmlformats.org/officeDocument/2006/relationships/image" Target="../media/image5.png"/><Relationship Id="rId24" Type="http://schemas.openxmlformats.org/officeDocument/2006/relationships/image" Target="../media/image13.png"/><Relationship Id="rId5" Type="http://schemas.openxmlformats.org/officeDocument/2006/relationships/image" Target="../media/image2.png"/><Relationship Id="rId15" Type="http://schemas.openxmlformats.org/officeDocument/2006/relationships/image" Target="../media/image7.png"/><Relationship Id="rId23" Type="http://schemas.openxmlformats.org/officeDocument/2006/relationships/image" Target="../media/image12.svg"/><Relationship Id="rId28" Type="http://schemas.openxmlformats.org/officeDocument/2006/relationships/image" Target="../media/image17.png"/><Relationship Id="rId10" Type="http://schemas.openxmlformats.org/officeDocument/2006/relationships/customXml" Target="../ink/ink5.xml"/><Relationship Id="rId19" Type="http://schemas.openxmlformats.org/officeDocument/2006/relationships/image" Target="../media/image9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4" Type="http://schemas.openxmlformats.org/officeDocument/2006/relationships/customXml" Target="../ink/ink7.xml"/><Relationship Id="rId22" Type="http://schemas.openxmlformats.org/officeDocument/2006/relationships/image" Target="../media/image11.png"/><Relationship Id="rId27" Type="http://schemas.openxmlformats.org/officeDocument/2006/relationships/image" Target="../media/image16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jacketscreator.com/product/university-of-oklahoma-sooners-varsity-jacket/" TargetMode="External"/><Relationship Id="rId13" Type="http://schemas.openxmlformats.org/officeDocument/2006/relationships/customXml" Target="../ink/ink14.xml"/><Relationship Id="rId3" Type="http://schemas.openxmlformats.org/officeDocument/2006/relationships/image" Target="../media/image19.png"/><Relationship Id="rId7" Type="http://schemas.microsoft.com/office/2007/relationships/hdphoto" Target="../media/hdphoto1.wdp"/><Relationship Id="rId12" Type="http://schemas.openxmlformats.org/officeDocument/2006/relationships/image" Target="../media/image24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customXml" Target="../ink/ink13.xml"/><Relationship Id="rId5" Type="http://schemas.openxmlformats.org/officeDocument/2006/relationships/image" Target="../media/image21.svg"/><Relationship Id="rId10" Type="http://schemas.openxmlformats.org/officeDocument/2006/relationships/image" Target="../media/image23.png"/><Relationship Id="rId4" Type="http://schemas.openxmlformats.org/officeDocument/2006/relationships/image" Target="../media/image20.png"/><Relationship Id="rId9" Type="http://schemas.openxmlformats.org/officeDocument/2006/relationships/customXml" Target="../ink/ink12.xml"/><Relationship Id="rId1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B7DDD1C-747C-4A01-8D54-0A6BDE0BF635}"/>
              </a:ext>
            </a:extLst>
          </p:cNvPr>
          <p:cNvSpPr txBox="1"/>
          <p:nvPr/>
        </p:nvSpPr>
        <p:spPr>
          <a:xfrm>
            <a:off x="585788" y="200025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アイデアスケッチ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45D5E71F-3F64-46A3-AD25-408467E8EC37}"/>
              </a:ext>
            </a:extLst>
          </p:cNvPr>
          <p:cNvSpPr/>
          <p:nvPr/>
        </p:nvSpPr>
        <p:spPr>
          <a:xfrm>
            <a:off x="519112" y="569357"/>
            <a:ext cx="8105775" cy="1533495"/>
          </a:xfrm>
          <a:prstGeom prst="roundRect">
            <a:avLst>
              <a:gd name="adj" fmla="val 7971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26014CB-AC59-49C7-B0A2-8D36A9DC4F08}"/>
              </a:ext>
            </a:extLst>
          </p:cNvPr>
          <p:cNvSpPr txBox="1"/>
          <p:nvPr/>
        </p:nvSpPr>
        <p:spPr>
          <a:xfrm>
            <a:off x="661988" y="600135"/>
            <a:ext cx="34676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>
                <a:latin typeface="メイリオ" panose="020B0604030504040204" pitchFamily="50" charset="-128"/>
                <a:ea typeface="メイリオ" panose="020B0604030504040204" pitchFamily="50" charset="-128"/>
              </a:rPr>
              <a:t>楽しくなる香川大学を</a:t>
            </a:r>
            <a:r>
              <a:rPr kumimoji="1" lang="ja-JP" altLang="en-US" sz="1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実現するには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0A7582D-587B-41BA-8F46-4992CD0D0217}"/>
              </a:ext>
            </a:extLst>
          </p:cNvPr>
          <p:cNvSpPr txBox="1"/>
          <p:nvPr/>
        </p:nvSpPr>
        <p:spPr>
          <a:xfrm>
            <a:off x="599798" y="1764298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ズバリ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9AF516D-5E5C-446A-95A9-1F97E3CFBBDB}"/>
              </a:ext>
            </a:extLst>
          </p:cNvPr>
          <p:cNvSpPr txBox="1"/>
          <p:nvPr/>
        </p:nvSpPr>
        <p:spPr>
          <a:xfrm>
            <a:off x="8065710" y="1764298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だ！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F37CDC4-BD78-45A0-B866-25CC5B7F4DCA}"/>
              </a:ext>
            </a:extLst>
          </p:cNvPr>
          <p:cNvSpPr/>
          <p:nvPr/>
        </p:nvSpPr>
        <p:spPr>
          <a:xfrm>
            <a:off x="1324372" y="969466"/>
            <a:ext cx="6741338" cy="96410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9DF39CC4-E346-414A-99D7-32E9451ED0A3}"/>
              </a:ext>
            </a:extLst>
          </p:cNvPr>
          <p:cNvSpPr/>
          <p:nvPr/>
        </p:nvSpPr>
        <p:spPr>
          <a:xfrm>
            <a:off x="519112" y="2333684"/>
            <a:ext cx="8105775" cy="4238566"/>
          </a:xfrm>
          <a:prstGeom prst="roundRect">
            <a:avLst>
              <a:gd name="adj" fmla="val 385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213BC18-577A-46E1-AB08-994706C3778A}"/>
              </a:ext>
            </a:extLst>
          </p:cNvPr>
          <p:cNvSpPr txBox="1"/>
          <p:nvPr/>
        </p:nvSpPr>
        <p:spPr>
          <a:xfrm>
            <a:off x="766762" y="2420630"/>
            <a:ext cx="2236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解決のためのアイデア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9FD6A5-8A3C-A104-BD5C-CBF522A924BF}"/>
              </a:ext>
            </a:extLst>
          </p:cNvPr>
          <p:cNvSpPr txBox="1"/>
          <p:nvPr/>
        </p:nvSpPr>
        <p:spPr>
          <a:xfrm>
            <a:off x="1400017" y="1120877"/>
            <a:ext cx="64196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/>
              <a:t>シャトルバスサービス</a:t>
            </a:r>
            <a:endParaRPr kumimoji="1" lang="en-US" altLang="ja-JP" sz="32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4F50B1F4-1DE5-41C3-C081-5C7F00E13FC5}"/>
                  </a:ext>
                </a:extLst>
              </p14:cNvPr>
              <p14:cNvContentPartPr/>
              <p14:nvPr/>
            </p14:nvContentPartPr>
            <p14:xfrm>
              <a:off x="677406" y="3067328"/>
              <a:ext cx="501480" cy="7671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4F50B1F4-1DE5-41C3-C081-5C7F00E13FC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1286" y="3061208"/>
                <a:ext cx="513720" cy="77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B12B39B6-FB0B-3D9A-3486-2F240E0745D5}"/>
                  </a:ext>
                </a:extLst>
              </p14:cNvPr>
              <p14:cNvContentPartPr/>
              <p14:nvPr/>
            </p14:nvContentPartPr>
            <p14:xfrm>
              <a:off x="1114022" y="3082448"/>
              <a:ext cx="1550520" cy="7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B12B39B6-FB0B-3D9A-3486-2F240E0745D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07902" y="3070208"/>
                <a:ext cx="156276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979591E3-B9FB-E7DA-91CD-46BCEBAFABF5}"/>
                  </a:ext>
                </a:extLst>
              </p14:cNvPr>
              <p14:cNvContentPartPr/>
              <p14:nvPr/>
            </p14:nvContentPartPr>
            <p14:xfrm>
              <a:off x="2661706" y="3096065"/>
              <a:ext cx="487080" cy="63468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979591E3-B9FB-E7DA-91CD-46BCEBAFABF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655586" y="3089945"/>
                <a:ext cx="499320" cy="64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6DB4311F-9A82-4EB2-7FA9-66542C0D38DD}"/>
                  </a:ext>
                </a:extLst>
              </p14:cNvPr>
              <p14:cNvContentPartPr/>
              <p14:nvPr/>
            </p14:nvContentPartPr>
            <p14:xfrm>
              <a:off x="639233" y="3849248"/>
              <a:ext cx="2494800" cy="72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6DB4311F-9A82-4EB2-7FA9-66542C0D38D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33113" y="3837008"/>
                <a:ext cx="250704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03703060-F05C-A010-A953-43953A0A5FA0}"/>
                  </a:ext>
                </a:extLst>
              </p14:cNvPr>
              <p14:cNvContentPartPr/>
              <p14:nvPr/>
            </p14:nvContentPartPr>
            <p14:xfrm>
              <a:off x="977993" y="3878768"/>
              <a:ext cx="720" cy="132912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03703060-F05C-A010-A953-43953A0A5FA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65753" y="3872648"/>
                <a:ext cx="25200" cy="134136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29CB04CE-C342-28F6-90A8-D57699CF93DC}"/>
              </a:ext>
            </a:extLst>
          </p:cNvPr>
          <p:cNvGrpSpPr/>
          <p:nvPr/>
        </p:nvGrpSpPr>
        <p:grpSpPr>
          <a:xfrm>
            <a:off x="977993" y="3878768"/>
            <a:ext cx="237600" cy="1298160"/>
            <a:chOff x="1312107" y="3878768"/>
            <a:chExt cx="237600" cy="129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B06A990-15D3-F65B-61B9-F04E16C3AA52}"/>
                    </a:ext>
                  </a:extLst>
                </p14:cNvPr>
                <p14:cNvContentPartPr/>
                <p14:nvPr/>
              </p14:nvContentPartPr>
              <p14:xfrm>
                <a:off x="1312107" y="4908008"/>
                <a:ext cx="237600" cy="2689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B06A990-15D3-F65B-61B9-F04E16C3AA5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305987" y="4901888"/>
                  <a:ext cx="24984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820664E-30A7-8824-5C0B-309B63952015}"/>
                    </a:ext>
                  </a:extLst>
                </p14:cNvPr>
                <p14:cNvContentPartPr/>
                <p14:nvPr/>
              </p14:nvContentPartPr>
              <p14:xfrm>
                <a:off x="1474467" y="3878768"/>
                <a:ext cx="30600" cy="10756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820664E-30A7-8824-5C0B-309B6395201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468347" y="3872648"/>
                  <a:ext cx="42840" cy="108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9AFAC5F-7697-9503-4949-0BFC563FCE73}"/>
              </a:ext>
            </a:extLst>
          </p:cNvPr>
          <p:cNvGrpSpPr/>
          <p:nvPr/>
        </p:nvGrpSpPr>
        <p:grpSpPr>
          <a:xfrm>
            <a:off x="2599793" y="3819728"/>
            <a:ext cx="208440" cy="1187640"/>
            <a:chOff x="2933907" y="3819728"/>
            <a:chExt cx="208440" cy="118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C04AC2C-7E3D-A324-F555-28F17AEA10F0}"/>
                    </a:ext>
                  </a:extLst>
                </p14:cNvPr>
                <p14:cNvContentPartPr/>
                <p14:nvPr/>
              </p14:nvContentPartPr>
              <p14:xfrm>
                <a:off x="2933907" y="3878768"/>
                <a:ext cx="32040" cy="1017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C04AC2C-7E3D-A324-F555-28F17AEA10F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927787" y="3872648"/>
                  <a:ext cx="44280" cy="10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FD15657-230B-9B1F-242A-9B091AC1FC1F}"/>
                    </a:ext>
                  </a:extLst>
                </p14:cNvPr>
                <p14:cNvContentPartPr/>
                <p14:nvPr/>
              </p14:nvContentPartPr>
              <p14:xfrm>
                <a:off x="2964507" y="4760408"/>
                <a:ext cx="142920" cy="2469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FD15657-230B-9B1F-242A-9B091AC1FC1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958387" y="4754288"/>
                  <a:ext cx="15516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5604DA6-0B55-0151-B5A5-8ECF158E3A19}"/>
                    </a:ext>
                  </a:extLst>
                </p14:cNvPr>
                <p14:cNvContentPartPr/>
                <p14:nvPr/>
              </p14:nvContentPartPr>
              <p14:xfrm>
                <a:off x="3125787" y="3819728"/>
                <a:ext cx="16560" cy="9810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5604DA6-0B55-0151-B5A5-8ECF158E3A1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119667" y="3813608"/>
                  <a:ext cx="28800" cy="99324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42" name="Graphic 41" descr="Bus outline">
            <a:extLst>
              <a:ext uri="{FF2B5EF4-FFF2-40B4-BE49-F238E27FC236}">
                <a16:creationId xmlns:a16="http://schemas.microsoft.com/office/drawing/2014/main" id="{1F913925-2650-2DD5-DCE6-B33531B56448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289484" y="3622751"/>
            <a:ext cx="3117939" cy="3117939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3FDD9EF9-0CFC-AE7C-054D-8F7F0F7D72B3}"/>
              </a:ext>
            </a:extLst>
          </p:cNvPr>
          <p:cNvSpPr txBox="1"/>
          <p:nvPr/>
        </p:nvSpPr>
        <p:spPr>
          <a:xfrm>
            <a:off x="2669158" y="5143264"/>
            <a:ext cx="2269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幸町　　　林町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D06BC0F-9CCD-F08D-1736-0B9F8886544C}"/>
              </a:ext>
            </a:extLst>
          </p:cNvPr>
          <p:cNvCxnSpPr>
            <a:cxnSpLocks/>
          </p:cNvCxnSpPr>
          <p:nvPr/>
        </p:nvCxnSpPr>
        <p:spPr>
          <a:xfrm>
            <a:off x="3267533" y="5308027"/>
            <a:ext cx="58054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0" name="Graphic 49" descr="Group outline">
            <a:extLst>
              <a:ext uri="{FF2B5EF4-FFF2-40B4-BE49-F238E27FC236}">
                <a16:creationId xmlns:a16="http://schemas.microsoft.com/office/drawing/2014/main" id="{5A411668-D9C1-BB28-D596-2632E4EDBF7C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185978" y="4092365"/>
            <a:ext cx="1240921" cy="1240921"/>
          </a:xfrm>
          <a:prstGeom prst="rect">
            <a:avLst/>
          </a:prstGeom>
        </p:spPr>
      </p:pic>
      <p:pic>
        <p:nvPicPr>
          <p:cNvPr id="54" name="Graphic 53" descr="Dim (Smaller Sun) outline">
            <a:extLst>
              <a:ext uri="{FF2B5EF4-FFF2-40B4-BE49-F238E27FC236}">
                <a16:creationId xmlns:a16="http://schemas.microsoft.com/office/drawing/2014/main" id="{EED4EC59-597C-65F9-A952-05E86720F502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379344" y="2031615"/>
            <a:ext cx="1786577" cy="1786577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5E66FC8A-7D2A-CDEB-EB44-6D4CDD7E7C43}"/>
              </a:ext>
            </a:extLst>
          </p:cNvPr>
          <p:cNvSpPr txBox="1"/>
          <p:nvPr/>
        </p:nvSpPr>
        <p:spPr>
          <a:xfrm>
            <a:off x="764626" y="3225649"/>
            <a:ext cx="2026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000" dirty="0"/>
              <a:t>バス停</a:t>
            </a:r>
          </a:p>
        </p:txBody>
      </p:sp>
      <p:pic>
        <p:nvPicPr>
          <p:cNvPr id="4" name="Graphic 3" descr="Schoolhouse outline">
            <a:extLst>
              <a:ext uri="{FF2B5EF4-FFF2-40B4-BE49-F238E27FC236}">
                <a16:creationId xmlns:a16="http://schemas.microsoft.com/office/drawing/2014/main" id="{F6DD91CD-8D81-5B5E-9F91-11CB1638A663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5432473" y="2254263"/>
            <a:ext cx="3602593" cy="360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824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72D35-19B2-9107-6704-38749D6EA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55FF2FC-CDBA-BD8B-27EB-8417DA9EEF9D}"/>
              </a:ext>
            </a:extLst>
          </p:cNvPr>
          <p:cNvSpPr txBox="1"/>
          <p:nvPr/>
        </p:nvSpPr>
        <p:spPr>
          <a:xfrm>
            <a:off x="585788" y="200025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アイデアスケッチ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67B6927B-D8DC-7706-962D-C0C27C48025D}"/>
              </a:ext>
            </a:extLst>
          </p:cNvPr>
          <p:cNvSpPr/>
          <p:nvPr/>
        </p:nvSpPr>
        <p:spPr>
          <a:xfrm>
            <a:off x="519112" y="569357"/>
            <a:ext cx="8105775" cy="1533495"/>
          </a:xfrm>
          <a:prstGeom prst="roundRect">
            <a:avLst>
              <a:gd name="adj" fmla="val 7971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07E37A1-3369-49D4-509F-FE9E94DEAE5A}"/>
              </a:ext>
            </a:extLst>
          </p:cNvPr>
          <p:cNvSpPr txBox="1"/>
          <p:nvPr/>
        </p:nvSpPr>
        <p:spPr>
          <a:xfrm>
            <a:off x="661988" y="600135"/>
            <a:ext cx="34676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>
                <a:latin typeface="メイリオ" panose="020B0604030504040204" pitchFamily="50" charset="-128"/>
                <a:ea typeface="メイリオ" panose="020B0604030504040204" pitchFamily="50" charset="-128"/>
              </a:rPr>
              <a:t>楽しくなる香川大学を</a:t>
            </a:r>
            <a:r>
              <a:rPr kumimoji="1" lang="ja-JP" altLang="en-US" sz="1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実現するには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0B41DFE-ADC9-2886-FE71-EC4312C202BD}"/>
              </a:ext>
            </a:extLst>
          </p:cNvPr>
          <p:cNvSpPr txBox="1"/>
          <p:nvPr/>
        </p:nvSpPr>
        <p:spPr>
          <a:xfrm>
            <a:off x="599798" y="1764298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ズバリ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62F0F07-B428-5740-4F24-B0E880E38ADE}"/>
              </a:ext>
            </a:extLst>
          </p:cNvPr>
          <p:cNvSpPr txBox="1"/>
          <p:nvPr/>
        </p:nvSpPr>
        <p:spPr>
          <a:xfrm>
            <a:off x="8065710" y="1764298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だ！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C1B298E6-8435-06F8-AAB3-F4F9D7C7813D}"/>
              </a:ext>
            </a:extLst>
          </p:cNvPr>
          <p:cNvSpPr/>
          <p:nvPr/>
        </p:nvSpPr>
        <p:spPr>
          <a:xfrm>
            <a:off x="1324372" y="969466"/>
            <a:ext cx="6741338" cy="96410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B6727FA5-7B13-AA85-3AC4-AA3E973102B8}"/>
              </a:ext>
            </a:extLst>
          </p:cNvPr>
          <p:cNvSpPr/>
          <p:nvPr/>
        </p:nvSpPr>
        <p:spPr>
          <a:xfrm>
            <a:off x="519112" y="2333684"/>
            <a:ext cx="8105775" cy="4238566"/>
          </a:xfrm>
          <a:prstGeom prst="roundRect">
            <a:avLst>
              <a:gd name="adj" fmla="val 385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E2F7007-D1F2-5241-B477-C52A95AFCEFE}"/>
              </a:ext>
            </a:extLst>
          </p:cNvPr>
          <p:cNvSpPr txBox="1"/>
          <p:nvPr/>
        </p:nvSpPr>
        <p:spPr>
          <a:xfrm>
            <a:off x="766762" y="2420630"/>
            <a:ext cx="2236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解決のためのアイデア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33DA3D-C839-73FD-36FB-8F21B20048EC}"/>
              </a:ext>
            </a:extLst>
          </p:cNvPr>
          <p:cNvSpPr txBox="1"/>
          <p:nvPr/>
        </p:nvSpPr>
        <p:spPr>
          <a:xfrm>
            <a:off x="1400017" y="1120877"/>
            <a:ext cx="64196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/>
              <a:t>大学ジャケット</a:t>
            </a:r>
            <a:endParaRPr kumimoji="1" lang="en-US" altLang="ja-JP" sz="32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D219113-FB0D-7BA6-22C2-A528D479F434}"/>
              </a:ext>
            </a:extLst>
          </p:cNvPr>
          <p:cNvGrpSpPr/>
          <p:nvPr/>
        </p:nvGrpSpPr>
        <p:grpSpPr>
          <a:xfrm>
            <a:off x="1229145" y="3458357"/>
            <a:ext cx="1499307" cy="2013295"/>
            <a:chOff x="1229145" y="3458357"/>
            <a:chExt cx="1094363" cy="1541791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A89A0AA-61C9-27DC-78E0-4D350F2889D8}"/>
                    </a:ext>
                  </a:extLst>
                </p14:cNvPr>
                <p14:cNvContentPartPr/>
                <p14:nvPr/>
              </p14:nvContentPartPr>
              <p14:xfrm rot="-650296">
                <a:off x="1475976" y="3458357"/>
                <a:ext cx="600702" cy="600702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A89A0AA-61C9-27DC-78E0-4D350F2889D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 rot="-650296">
                  <a:off x="1471509" y="3453670"/>
                  <a:ext cx="609636" cy="610075"/>
                </a:xfrm>
                <a:prstGeom prst="rect">
                  <a:avLst/>
                </a:prstGeom>
              </p:spPr>
            </p:pic>
          </mc:Fallback>
        </mc:AlternateContent>
        <p:pic>
          <p:nvPicPr>
            <p:cNvPr id="20" name="Graphic 19" descr="Formal Shirt outline">
              <a:extLst>
                <a:ext uri="{FF2B5EF4-FFF2-40B4-BE49-F238E27FC236}">
                  <a16:creationId xmlns:a16="http://schemas.microsoft.com/office/drawing/2014/main" id="{0E0B1833-57B3-259C-FF95-5BE6CAC7BD7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29145" y="3905785"/>
              <a:ext cx="1094363" cy="1094363"/>
            </a:xfrm>
            <a:prstGeom prst="rect">
              <a:avLst/>
            </a:prstGeom>
          </p:spPr>
        </p:pic>
      </p:grpSp>
      <p:pic>
        <p:nvPicPr>
          <p:cNvPr id="23" name="Picture 22" descr="A blue and white jacket with a letter on it&#10;&#10;AI-generated content may be incorrect.">
            <a:extLst>
              <a:ext uri="{FF2B5EF4-FFF2-40B4-BE49-F238E27FC236}">
                <a16:creationId xmlns:a16="http://schemas.microsoft.com/office/drawing/2014/main" id="{D2D7591D-53DC-C5BC-4DA2-434768756EC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6510" r="95137">
                        <a14:foregroundMark x1="17333" y1="35933" x2="17333" y2="35933"/>
                        <a14:foregroundMark x1="17333" y1="35933" x2="14824" y2="54867"/>
                        <a14:foregroundMark x1="11765" y1="63000" x2="9490" y2="74200"/>
                        <a14:foregroundMark x1="5490" y1="46467" x2="3529" y2="61533"/>
                        <a14:foregroundMark x1="3529" y1="61533" x2="6510" y2="69867"/>
                        <a14:foregroundMark x1="6510" y1="69867" x2="18196" y2="73733"/>
                        <a14:foregroundMark x1="18196" y1="73733" x2="31294" y2="70867"/>
                        <a14:foregroundMark x1="31294" y1="70867" x2="35059" y2="71000"/>
                        <a14:foregroundMark x1="63922" y1="43867" x2="62980" y2="36133"/>
                        <a14:foregroundMark x1="62980" y1="36133" x2="69804" y2="44467"/>
                        <a14:foregroundMark x1="69804" y1="44467" x2="68941" y2="42133"/>
                        <a14:foregroundMark x1="58118" y1="37867" x2="71137" y2="47333"/>
                        <a14:foregroundMark x1="71137" y1="47333" x2="61569" y2="39067"/>
                        <a14:foregroundMark x1="61569" y1="39067" x2="65961" y2="45067"/>
                        <a14:foregroundMark x1="65961" y1="45067" x2="65725" y2="45600"/>
                        <a14:foregroundMark x1="25490" y1="79600" x2="25490" y2="83467"/>
                        <a14:foregroundMark x1="20941" y1="82133" x2="34196" y2="74133"/>
                        <a14:foregroundMark x1="34196" y1="74133" x2="39686" y2="79600"/>
                        <a14:foregroundMark x1="39686" y1="79600" x2="37098" y2="81733"/>
                        <a14:foregroundMark x1="86196" y1="76333" x2="94353" y2="73333"/>
                        <a14:foregroundMark x1="94353" y1="73333" x2="87765" y2="54000"/>
                        <a14:foregroundMark x1="87765" y1="54000" x2="89569" y2="68467"/>
                        <a14:foregroundMark x1="89569" y1="68467" x2="87608" y2="76333"/>
                        <a14:foregroundMark x1="87608" y1="76333" x2="95137" y2="72067"/>
                        <a14:foregroundMark x1="95137" y1="72067" x2="92235" y2="68200"/>
                        <a14:backgroundMark x1="13804" y1="29267" x2="9490" y2="350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2970711" y="2861625"/>
            <a:ext cx="2007685" cy="236198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6E8AD94F-CA5E-D135-89D4-479B9C75437D}"/>
                  </a:ext>
                </a:extLst>
              </p14:cNvPr>
              <p14:cNvContentPartPr/>
              <p14:nvPr/>
            </p14:nvContentPartPr>
            <p14:xfrm>
              <a:off x="1754907" y="3713888"/>
              <a:ext cx="45720" cy="7272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6E8AD94F-CA5E-D135-89D4-479B9C75437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748787" y="3707768"/>
                <a:ext cx="57960" cy="8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D9A5793B-FC31-5645-4B3A-61D9527BB362}"/>
                  </a:ext>
                </a:extLst>
              </p14:cNvPr>
              <p14:cNvContentPartPr/>
              <p14:nvPr/>
            </p14:nvContentPartPr>
            <p14:xfrm>
              <a:off x="2035347" y="3654128"/>
              <a:ext cx="59760" cy="10476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D9A5793B-FC31-5645-4B3A-61D9527BB36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029227" y="3648008"/>
                <a:ext cx="72000" cy="11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482CC396-8960-5E1A-AD2E-6E111F31FB32}"/>
                  </a:ext>
                </a:extLst>
              </p14:cNvPr>
              <p14:cNvContentPartPr/>
              <p14:nvPr/>
            </p14:nvContentPartPr>
            <p14:xfrm>
              <a:off x="1872987" y="3937448"/>
              <a:ext cx="191880" cy="3132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482CC396-8960-5E1A-AD2E-6E111F31FB32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866867" y="3931328"/>
                <a:ext cx="204120" cy="43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922970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a0d4b24-8a13-429e-b29d-a0b547d9b141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5DCD14120A8EE54CA5BEFC97029D7350" ma:contentTypeVersion="17" ma:contentTypeDescription="新しいドキュメントを作成します。" ma:contentTypeScope="" ma:versionID="11303ba7fd1a72ba2d1f2aeb49acd8ef">
  <xsd:schema xmlns:xsd="http://www.w3.org/2001/XMLSchema" xmlns:xs="http://www.w3.org/2001/XMLSchema" xmlns:p="http://schemas.microsoft.com/office/2006/metadata/properties" xmlns:ns3="fa982d6b-96df-432a-8690-16084cc0f450" xmlns:ns4="da0d4b24-8a13-429e-b29d-a0b547d9b141" targetNamespace="http://schemas.microsoft.com/office/2006/metadata/properties" ma:root="true" ma:fieldsID="54fb6259e4e6ab0f098e12c6724b5155" ns3:_="" ns4:_="">
    <xsd:import namespace="fa982d6b-96df-432a-8690-16084cc0f450"/>
    <xsd:import namespace="da0d4b24-8a13-429e-b29d-a0b547d9b141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LengthInSeconds" minOccurs="0"/>
                <xsd:element ref="ns4:MediaServiceLocation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  <xsd:element ref="ns4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982d6b-96df-432a-8690-16084cc0f450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共有のヒントのハッシュ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0d4b24-8a13-429e-b29d-a0b547d9b14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66C085C-CF27-4EE7-9E74-4C53F5F59079}">
  <ds:schemaRefs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da0d4b24-8a13-429e-b29d-a0b547d9b141"/>
    <ds:schemaRef ds:uri="http://purl.org/dc/elements/1.1/"/>
    <ds:schemaRef ds:uri="http://schemas.microsoft.com/office/2006/metadata/properties"/>
    <ds:schemaRef ds:uri="fa982d6b-96df-432a-8690-16084cc0f450"/>
    <ds:schemaRef ds:uri="http://purl.org/dc/terms/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82BDD226-A0FC-483D-BAD0-7946E36386D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982d6b-96df-432a-8690-16084cc0f450"/>
    <ds:schemaRef ds:uri="da0d4b24-8a13-429e-b29d-a0b547d9b14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E2F09C4-5EB1-4362-B132-AEEDC262066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123</TotalTime>
  <Words>43</Words>
  <Application>Microsoft Office PowerPoint</Application>
  <PresentationFormat>On-screen Show (4:3)</PresentationFormat>
  <Paragraphs>14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メイリオ</vt:lpstr>
      <vt:lpstr>Arial</vt:lpstr>
      <vt:lpstr>Calibri</vt:lpstr>
      <vt:lpstr>Calibri Light</vt:lpstr>
      <vt:lpstr>Office テーマ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八重樫　理人</dc:creator>
  <cp:lastModifiedBy>MUHAMMAD AZRIZ DANIAL BIN AHMAD RIZAL(s25t358)</cp:lastModifiedBy>
  <cp:revision>8</cp:revision>
  <dcterms:created xsi:type="dcterms:W3CDTF">2022-04-12T05:45:01Z</dcterms:created>
  <dcterms:modified xsi:type="dcterms:W3CDTF">2025-07-09T02:06:17Z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0x0101005DCD14120A8EE54CA5BEFC97029D7350</vt:lpwstr>
  </property>
</Properties>
</file>