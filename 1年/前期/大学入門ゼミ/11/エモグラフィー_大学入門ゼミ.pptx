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6858000" cy="9144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E98FFE-4118-43BC-8132-685028137473}" v="6" dt="2025-06-25T02:06:35.6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49" d="100"/>
          <a:sy n="49" d="100"/>
        </p:scale>
        <p:origin x="21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ZRIZ DANIAL BIN AHMAD RIZAL(s25t358)" userId="60267320-fd05-4fb3-9889-905e22019b8e" providerId="ADAL" clId="{A8E98FFE-4118-43BC-8132-685028137473}"/>
    <pc:docChg chg="undo custSel modSld">
      <pc:chgData name="MUHAMMAD AZRIZ DANIAL BIN AHMAD RIZAL(s25t358)" userId="60267320-fd05-4fb3-9889-905e22019b8e" providerId="ADAL" clId="{A8E98FFE-4118-43BC-8132-685028137473}" dt="2025-06-25T02:48:39.433" v="842" actId="14100"/>
      <pc:docMkLst>
        <pc:docMk/>
      </pc:docMkLst>
      <pc:sldChg chg="addSp delSp modSp mod">
        <pc:chgData name="MUHAMMAD AZRIZ DANIAL BIN AHMAD RIZAL(s25t358)" userId="60267320-fd05-4fb3-9889-905e22019b8e" providerId="ADAL" clId="{A8E98FFE-4118-43BC-8132-685028137473}" dt="2025-06-25T02:48:39.433" v="842" actId="14100"/>
        <pc:sldMkLst>
          <pc:docMk/>
          <pc:sldMk cId="2275354461" sldId="256"/>
        </pc:sldMkLst>
        <pc:spChg chg="add del mod">
          <ac:chgData name="MUHAMMAD AZRIZ DANIAL BIN AHMAD RIZAL(s25t358)" userId="60267320-fd05-4fb3-9889-905e22019b8e" providerId="ADAL" clId="{A8E98FFE-4118-43BC-8132-685028137473}" dt="2025-06-25T01:59:30.391" v="152" actId="20577"/>
          <ac:spMkLst>
            <pc:docMk/>
            <pc:sldMk cId="2275354461" sldId="256"/>
            <ac:spMk id="2" creationId="{A38DCDB6-63C8-F13E-3576-76548F96E07A}"/>
          </ac:spMkLst>
        </pc:spChg>
        <pc:spChg chg="add mod">
          <ac:chgData name="MUHAMMAD AZRIZ DANIAL BIN AHMAD RIZAL(s25t358)" userId="60267320-fd05-4fb3-9889-905e22019b8e" providerId="ADAL" clId="{A8E98FFE-4118-43BC-8132-685028137473}" dt="2025-06-25T02:01:30.834" v="313" actId="14100"/>
          <ac:spMkLst>
            <pc:docMk/>
            <pc:sldMk cId="2275354461" sldId="256"/>
            <ac:spMk id="3" creationId="{03F38C8B-D693-494A-FDFF-3F40C6DF0DA5}"/>
          </ac:spMkLst>
        </pc:spChg>
        <pc:spChg chg="add mod">
          <ac:chgData name="MUHAMMAD AZRIZ DANIAL BIN AHMAD RIZAL(s25t358)" userId="60267320-fd05-4fb3-9889-905e22019b8e" providerId="ADAL" clId="{A8E98FFE-4118-43BC-8132-685028137473}" dt="2025-06-25T02:48:39.433" v="842" actId="14100"/>
          <ac:spMkLst>
            <pc:docMk/>
            <pc:sldMk cId="2275354461" sldId="256"/>
            <ac:spMk id="4" creationId="{86A0BB33-1C19-477A-CB11-8A19511CF480}"/>
          </ac:spMkLst>
        </pc:spChg>
        <pc:spChg chg="add mod">
          <ac:chgData name="MUHAMMAD AZRIZ DANIAL BIN AHMAD RIZAL(s25t358)" userId="60267320-fd05-4fb3-9889-905e22019b8e" providerId="ADAL" clId="{A8E98FFE-4118-43BC-8132-685028137473}" dt="2025-06-25T02:07:23.856" v="400" actId="20577"/>
          <ac:spMkLst>
            <pc:docMk/>
            <pc:sldMk cId="2275354461" sldId="256"/>
            <ac:spMk id="5" creationId="{60714712-AF38-894D-B69E-EF9036E2CCB2}"/>
          </ac:spMkLst>
        </pc:spChg>
        <pc:spChg chg="add mod">
          <ac:chgData name="MUHAMMAD AZRIZ DANIAL BIN AHMAD RIZAL(s25t358)" userId="60267320-fd05-4fb3-9889-905e22019b8e" providerId="ADAL" clId="{A8E98FFE-4118-43BC-8132-685028137473}" dt="2025-06-25T02:11:12.698" v="511" actId="20577"/>
          <ac:spMkLst>
            <pc:docMk/>
            <pc:sldMk cId="2275354461" sldId="256"/>
            <ac:spMk id="6" creationId="{F369615C-4AB1-F7A3-3AE7-20096A0A5187}"/>
          </ac:spMkLst>
        </pc:spChg>
        <pc:spChg chg="add del mod">
          <ac:chgData name="MUHAMMAD AZRIZ DANIAL BIN AHMAD RIZAL(s25t358)" userId="60267320-fd05-4fb3-9889-905e22019b8e" providerId="ADAL" clId="{A8E98FFE-4118-43BC-8132-685028137473}" dt="2025-06-25T02:13:41.295" v="719" actId="20577"/>
          <ac:spMkLst>
            <pc:docMk/>
            <pc:sldMk cId="2275354461" sldId="256"/>
            <ac:spMk id="9" creationId="{676E9924-2C34-FE60-8410-0A639B8F7D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62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05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379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562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1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87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84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21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23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459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62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B0EB5-4B48-4294-AF4E-D8741EE23523}" type="datetimeFigureOut">
              <a:rPr kumimoji="1" lang="ja-JP" altLang="en-US" smtClean="0"/>
              <a:t>2025/6/25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B8ABF-C934-45BA-A47F-0BE3A91C81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48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l="4426" t="7927" r="3774" b="2004"/>
          <a:stretch/>
        </p:blipFill>
        <p:spPr>
          <a:xfrm>
            <a:off x="590860" y="862984"/>
            <a:ext cx="5975627" cy="8281016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1967502" y="228958"/>
            <a:ext cx="467474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/>
                <a:ea typeface="メイリオ"/>
              </a:rPr>
              <a:t>「わくわくする」，「楽しく</a:t>
            </a:r>
            <a:r>
              <a:rPr lang="ja-JP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なる」，「うれしくなる」，「悲しくなる」など，</a:t>
            </a:r>
            <a:r>
              <a:rPr lang="ja-JP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/>
                <a:ea typeface="メイリオ"/>
              </a:rPr>
              <a:t>以下の顔の表情</a:t>
            </a:r>
            <a:r>
              <a:rPr lang="ja-JP" altLang="en-US"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/>
                <a:ea typeface="メイリオ"/>
              </a:rPr>
              <a:t>になる香川大学を</a:t>
            </a:r>
            <a:r>
              <a:rPr lang="ja-JP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/>
                <a:ea typeface="メイリオ"/>
              </a:rPr>
              <a:t>考えよう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8DCDB6-63C8-F13E-3576-76548F96E07A}"/>
              </a:ext>
            </a:extLst>
          </p:cNvPr>
          <p:cNvSpPr txBox="1"/>
          <p:nvPr/>
        </p:nvSpPr>
        <p:spPr>
          <a:xfrm>
            <a:off x="3831666" y="5233481"/>
            <a:ext cx="2435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林キャンパスと幸町キャンパスちょっと遠いな</a:t>
            </a:r>
            <a:r>
              <a:rPr lang="ja-JP" altLang="en-US" dirty="0"/>
              <a:t>。。。</a:t>
            </a:r>
            <a:endParaRPr kumimoji="1" lang="ja-JP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F38C8B-D693-494A-FDFF-3F40C6DF0DA5}"/>
              </a:ext>
            </a:extLst>
          </p:cNvPr>
          <p:cNvSpPr txBox="1"/>
          <p:nvPr/>
        </p:nvSpPr>
        <p:spPr>
          <a:xfrm>
            <a:off x="749764" y="2223388"/>
            <a:ext cx="2679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Global Café</a:t>
            </a:r>
            <a:r>
              <a:rPr lang="ja-JP" altLang="en-US" dirty="0"/>
              <a:t>で他の留学生と時間つぶすできる</a:t>
            </a:r>
            <a:endParaRPr kumimoji="1" lang="ja-JP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A0BB33-1C19-477A-CB11-8A19511CF480}"/>
              </a:ext>
            </a:extLst>
          </p:cNvPr>
          <p:cNvSpPr txBox="1"/>
          <p:nvPr/>
        </p:nvSpPr>
        <p:spPr>
          <a:xfrm>
            <a:off x="3831667" y="2546553"/>
            <a:ext cx="2435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毎日食堂で同じご飯を食べた</a:t>
            </a:r>
            <a:r>
              <a:rPr kumimoji="1" lang="ja-JP" altLang="en-US" dirty="0">
                <a:sym typeface="Wingdings" panose="05000000000000000000" pitchFamily="2" charset="2"/>
              </a:rPr>
              <a:t></a:t>
            </a:r>
            <a:endParaRPr kumimoji="1" lang="en-US" altLang="ja-JP" dirty="0"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14712-AF38-894D-B69E-EF9036E2CCB2}"/>
              </a:ext>
            </a:extLst>
          </p:cNvPr>
          <p:cNvSpPr txBox="1"/>
          <p:nvPr/>
        </p:nvSpPr>
        <p:spPr>
          <a:xfrm>
            <a:off x="749763" y="7573906"/>
            <a:ext cx="2679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大学にあるサークルが楽しい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9615C-4AB1-F7A3-3AE7-20096A0A5187}"/>
              </a:ext>
            </a:extLst>
          </p:cNvPr>
          <p:cNvSpPr txBox="1"/>
          <p:nvPr/>
        </p:nvSpPr>
        <p:spPr>
          <a:xfrm>
            <a:off x="749762" y="4898647"/>
            <a:ext cx="2679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一年生のスケジュールがきつい</a:t>
            </a:r>
            <a:endParaRPr kumimoji="1" lang="ja-JP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6E9924-2C34-FE60-8410-0A639B8F7D65}"/>
              </a:ext>
            </a:extLst>
          </p:cNvPr>
          <p:cNvSpPr txBox="1"/>
          <p:nvPr/>
        </p:nvSpPr>
        <p:spPr>
          <a:xfrm>
            <a:off x="3774572" y="7957850"/>
            <a:ext cx="2679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ある課題の締め切りが２日～３日間</a:t>
            </a:r>
          </a:p>
        </p:txBody>
      </p:sp>
    </p:spTree>
    <p:extLst>
      <p:ext uri="{BB962C8B-B14F-4D97-AF65-F5344CB8AC3E}">
        <p14:creationId xmlns:p14="http://schemas.microsoft.com/office/powerpoint/2010/main" val="227535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DCD14120A8EE54CA5BEFC97029D7350" ma:contentTypeVersion="17" ma:contentTypeDescription="新しいドキュメントを作成します。" ma:contentTypeScope="" ma:versionID="11303ba7fd1a72ba2d1f2aeb49acd8ef">
  <xsd:schema xmlns:xsd="http://www.w3.org/2001/XMLSchema" xmlns:xs="http://www.w3.org/2001/XMLSchema" xmlns:p="http://schemas.microsoft.com/office/2006/metadata/properties" xmlns:ns3="fa982d6b-96df-432a-8690-16084cc0f450" xmlns:ns4="da0d4b24-8a13-429e-b29d-a0b547d9b141" targetNamespace="http://schemas.microsoft.com/office/2006/metadata/properties" ma:root="true" ma:fieldsID="54fb6259e4e6ab0f098e12c6724b5155" ns3:_="" ns4:_="">
    <xsd:import namespace="fa982d6b-96df-432a-8690-16084cc0f450"/>
    <xsd:import namespace="da0d4b24-8a13-429e-b29d-a0b547d9b14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82d6b-96df-432a-8690-16084cc0f45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0d4b24-8a13-429e-b29d-a0b547d9b1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a982d6b-96df-432a-8690-16084cc0f450">
      <UserInfo>
        <DisplayName>山田　哲(s21d451)</DisplayName>
        <AccountId>13</AccountId>
        <AccountType/>
      </UserInfo>
      <UserInfo>
        <DisplayName>蛭田　雅貴(s22g361)</DisplayName>
        <AccountId>15</AccountId>
        <AccountType/>
      </UserInfo>
      <UserInfo>
        <DisplayName>武田啓之(情報企画課係長)</DisplayName>
        <AccountId>12</AccountId>
        <AccountType/>
      </UserInfo>
      <UserInfo>
        <DisplayName>矢谷　鷹将(s22g363)</DisplayName>
        <AccountId>10</AccountId>
        <AccountType/>
      </UserInfo>
      <UserInfo>
        <DisplayName>末廣紀史(情報企画課係長)</DisplayName>
        <AccountId>14</AccountId>
        <AccountType/>
      </UserInfo>
      <UserInfo>
        <DisplayName>小寺賢志(情報基盤課係長)</DisplayName>
        <AccountId>16</AccountId>
        <AccountType/>
      </UserInfo>
      <UserInfo>
        <DisplayName>浅木森 浩樹</DisplayName>
        <AccountId>11</AccountId>
        <AccountType/>
      </UserInfo>
    </SharedWithUsers>
    <_activity xmlns="da0d4b24-8a13-429e-b29d-a0b547d9b141" xsi:nil="true"/>
  </documentManagement>
</p:properties>
</file>

<file path=customXml/itemProps1.xml><?xml version="1.0" encoding="utf-8"?>
<ds:datastoreItem xmlns:ds="http://schemas.openxmlformats.org/officeDocument/2006/customXml" ds:itemID="{DE7D3125-7CA1-4383-B3A1-A4296C508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982d6b-96df-432a-8690-16084cc0f450"/>
    <ds:schemaRef ds:uri="da0d4b24-8a13-429e-b29d-a0b547d9b1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E2C1F1-C0FB-4495-BAFA-216EED6AFA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B9881C-85B1-4E39-82AD-0C34CE637660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fa982d6b-96df-432a-8690-16084cc0f450"/>
    <ds:schemaRef ds:uri="http://purl.org/dc/elements/1.1/"/>
    <ds:schemaRef ds:uri="http://www.w3.org/XML/1998/namespace"/>
    <ds:schemaRef ds:uri="http://schemas.microsoft.com/office/infopath/2007/PartnerControls"/>
    <ds:schemaRef ds:uri="da0d4b24-8a13-429e-b29d-a0b547d9b141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80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メイリオ</vt:lpstr>
      <vt:lpstr>Arial</vt:lpstr>
      <vt:lpstr>Calibri</vt:lpstr>
      <vt:lpstr>Calibri Light</vt:lpstr>
      <vt:lpstr>Wingdings</vt:lpstr>
      <vt:lpstr>Office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八重樫　理人</dc:creator>
  <cp:lastModifiedBy>MUHAMMAD AZRIZ DANIAL BIN AHMAD RIZAL(s25t358)</cp:lastModifiedBy>
  <cp:revision>13</cp:revision>
  <dcterms:created xsi:type="dcterms:W3CDTF">2020-11-10T04:45:49Z</dcterms:created>
  <dcterms:modified xsi:type="dcterms:W3CDTF">2025-06-25T02:48:39Z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0x0101005DCD14120A8EE54CA5BEFC97029D7350</vt:lpwstr>
  </property>
</Properties>
</file>