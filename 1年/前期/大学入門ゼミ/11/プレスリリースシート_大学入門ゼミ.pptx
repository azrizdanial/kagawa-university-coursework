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144000" cy="6858000" type="screen4x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8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ZRIZ DANIAL BIN AHMAD RIZAL(s25t358)" userId="60267320-fd05-4fb3-9889-905e22019b8e" providerId="ADAL" clId="{2BB9807C-3600-47CE-A433-8AE33423B331}"/>
    <pc:docChg chg="undo custSel modSld">
      <pc:chgData name="MUHAMMAD AZRIZ DANIAL BIN AHMAD RIZAL(s25t358)" userId="60267320-fd05-4fb3-9889-905e22019b8e" providerId="ADAL" clId="{2BB9807C-3600-47CE-A433-8AE33423B331}" dt="2025-06-25T03:31:22.379" v="484" actId="1076"/>
      <pc:docMkLst>
        <pc:docMk/>
      </pc:docMkLst>
      <pc:sldChg chg="addSp delSp modSp mod">
        <pc:chgData name="MUHAMMAD AZRIZ DANIAL BIN AHMAD RIZAL(s25t358)" userId="60267320-fd05-4fb3-9889-905e22019b8e" providerId="ADAL" clId="{2BB9807C-3600-47CE-A433-8AE33423B331}" dt="2025-06-25T03:31:22.379" v="484" actId="1076"/>
        <pc:sldMkLst>
          <pc:docMk/>
          <pc:sldMk cId="4246683982" sldId="256"/>
        </pc:sldMkLst>
        <pc:spChg chg="mod">
          <ac:chgData name="MUHAMMAD AZRIZ DANIAL BIN AHMAD RIZAL(s25t358)" userId="60267320-fd05-4fb3-9889-905e22019b8e" providerId="ADAL" clId="{2BB9807C-3600-47CE-A433-8AE33423B331}" dt="2025-06-25T03:31:22.379" v="484" actId="1076"/>
          <ac:spMkLst>
            <pc:docMk/>
            <pc:sldMk cId="4246683982" sldId="256"/>
            <ac:spMk id="3" creationId="{6AC0E059-AB48-4414-9C42-990D510E6A34}"/>
          </ac:spMkLst>
        </pc:spChg>
        <pc:spChg chg="mod">
          <ac:chgData name="MUHAMMAD AZRIZ DANIAL BIN AHMAD RIZAL(s25t358)" userId="60267320-fd05-4fb3-9889-905e22019b8e" providerId="ADAL" clId="{2BB9807C-3600-47CE-A433-8AE33423B331}" dt="2025-06-25T03:28:06.785" v="251" actId="1076"/>
          <ac:spMkLst>
            <pc:docMk/>
            <pc:sldMk cId="4246683982" sldId="256"/>
            <ac:spMk id="25" creationId="{8D0CD6D1-C62D-4C94-BC67-C5466A76DDC0}"/>
          </ac:spMkLst>
        </pc:spChg>
        <pc:spChg chg="mod">
          <ac:chgData name="MUHAMMAD AZRIZ DANIAL BIN AHMAD RIZAL(s25t358)" userId="60267320-fd05-4fb3-9889-905e22019b8e" providerId="ADAL" clId="{2BB9807C-3600-47CE-A433-8AE33423B331}" dt="2025-06-25T03:28:31.315" v="306" actId="20577"/>
          <ac:spMkLst>
            <pc:docMk/>
            <pc:sldMk cId="4246683982" sldId="256"/>
            <ac:spMk id="26" creationId="{E14BC46C-0EFD-412E-BA69-C041F40CE443}"/>
          </ac:spMkLst>
        </pc:spChg>
        <pc:spChg chg="add del mod">
          <ac:chgData name="MUHAMMAD AZRIZ DANIAL BIN AHMAD RIZAL(s25t358)" userId="60267320-fd05-4fb3-9889-905e22019b8e" providerId="ADAL" clId="{2BB9807C-3600-47CE-A433-8AE33423B331}" dt="2025-06-25T02:46:10.415" v="106" actId="1076"/>
          <ac:spMkLst>
            <pc:docMk/>
            <pc:sldMk cId="4246683982" sldId="256"/>
            <ac:spMk id="27" creationId="{25223F15-470B-44C4-B501-3CF77CBF1005}"/>
          </ac:spMkLst>
        </pc:spChg>
        <pc:spChg chg="mod">
          <ac:chgData name="MUHAMMAD AZRIZ DANIAL BIN AHMAD RIZAL(s25t358)" userId="60267320-fd05-4fb3-9889-905e22019b8e" providerId="ADAL" clId="{2BB9807C-3600-47CE-A433-8AE33423B331}" dt="2025-06-25T03:31:09.842" v="482" actId="1076"/>
          <ac:spMkLst>
            <pc:docMk/>
            <pc:sldMk cId="4246683982" sldId="256"/>
            <ac:spMk id="28" creationId="{CE0556AC-3DD9-470B-9153-72E2239A543B}"/>
          </ac:spMkLst>
        </pc:spChg>
        <pc:picChg chg="mod">
          <ac:chgData name="MUHAMMAD AZRIZ DANIAL BIN AHMAD RIZAL(s25t358)" userId="60267320-fd05-4fb3-9889-905e22019b8e" providerId="ADAL" clId="{2BB9807C-3600-47CE-A433-8AE33423B331}" dt="2025-06-25T02:44:36.305" v="2" actId="1076"/>
          <ac:picMkLst>
            <pc:docMk/>
            <pc:sldMk cId="4246683982" sldId="256"/>
            <ac:picMk id="2" creationId="{20E736E8-0C85-4F6A-82E6-5747A1D1EFB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33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6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93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4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04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69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554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13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69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13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23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85015-7F97-45F3-BA9A-610B2A16D7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2820-C9B0-4413-BFED-D648B1E1A5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94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EF2CAA3-99B1-4A79-B0D1-572B0F9844C6}"/>
              </a:ext>
            </a:extLst>
          </p:cNvPr>
          <p:cNvSpPr txBox="1"/>
          <p:nvPr/>
        </p:nvSpPr>
        <p:spPr>
          <a:xfrm>
            <a:off x="381008" y="25304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プレスリリース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0E736E8-0C85-4F6A-82E6-5747A1D1E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19" y="817097"/>
            <a:ext cx="8624529" cy="571664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C0E059-AB48-4414-9C42-990D510E6A34}"/>
              </a:ext>
            </a:extLst>
          </p:cNvPr>
          <p:cNvSpPr txBox="1"/>
          <p:nvPr/>
        </p:nvSpPr>
        <p:spPr>
          <a:xfrm>
            <a:off x="2219739" y="4026483"/>
            <a:ext cx="710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早くて楽で、友達とも話せるような新しい体験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D0CD6D1-C62D-4C94-BC67-C5466A76DDC0}"/>
              </a:ext>
            </a:extLst>
          </p:cNvPr>
          <p:cNvSpPr txBox="1"/>
          <p:nvPr/>
        </p:nvSpPr>
        <p:spPr>
          <a:xfrm>
            <a:off x="1565547" y="2257892"/>
            <a:ext cx="57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通学やキャンパスの行き来が大変な学生の困りごと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14BC46C-0EFD-412E-BA69-C041F40CE443}"/>
              </a:ext>
            </a:extLst>
          </p:cNvPr>
          <p:cNvSpPr txBox="1"/>
          <p:nvPr/>
        </p:nvSpPr>
        <p:spPr>
          <a:xfrm>
            <a:off x="2219739" y="3122543"/>
            <a:ext cx="379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歩いたり、電車やバスを使う方法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5223F15-470B-44C4-B501-3CF77CBF1005}"/>
              </a:ext>
            </a:extLst>
          </p:cNvPr>
          <p:cNvSpPr txBox="1"/>
          <p:nvPr/>
        </p:nvSpPr>
        <p:spPr>
          <a:xfrm>
            <a:off x="4115628" y="1376474"/>
            <a:ext cx="245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楽しくなる香川大学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E0556AC-3DD9-470B-9153-72E2239A543B}"/>
              </a:ext>
            </a:extLst>
          </p:cNvPr>
          <p:cNvSpPr txBox="1"/>
          <p:nvPr/>
        </p:nvSpPr>
        <p:spPr>
          <a:xfrm>
            <a:off x="3447489" y="4818821"/>
            <a:ext cx="379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シャトルバスサービス</a:t>
            </a:r>
          </a:p>
        </p:txBody>
      </p:sp>
    </p:spTree>
    <p:extLst>
      <p:ext uri="{BB962C8B-B14F-4D97-AF65-F5344CB8AC3E}">
        <p14:creationId xmlns:p14="http://schemas.microsoft.com/office/powerpoint/2010/main" val="424668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0d4b24-8a13-429e-b29d-a0b547d9b14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DCD14120A8EE54CA5BEFC97029D7350" ma:contentTypeVersion="17" ma:contentTypeDescription="新しいドキュメントを作成します。" ma:contentTypeScope="" ma:versionID="11303ba7fd1a72ba2d1f2aeb49acd8ef">
  <xsd:schema xmlns:xsd="http://www.w3.org/2001/XMLSchema" xmlns:xs="http://www.w3.org/2001/XMLSchema" xmlns:p="http://schemas.microsoft.com/office/2006/metadata/properties" xmlns:ns3="fa982d6b-96df-432a-8690-16084cc0f450" xmlns:ns4="da0d4b24-8a13-429e-b29d-a0b547d9b141" targetNamespace="http://schemas.microsoft.com/office/2006/metadata/properties" ma:root="true" ma:fieldsID="54fb6259e4e6ab0f098e12c6724b5155" ns3:_="" ns4:_="">
    <xsd:import namespace="fa982d6b-96df-432a-8690-16084cc0f450"/>
    <xsd:import namespace="da0d4b24-8a13-429e-b29d-a0b547d9b14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82d6b-96df-432a-8690-16084cc0f45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0d4b24-8a13-429e-b29d-a0b547d9b1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5D8A0F-7FF1-4657-A6EC-4A667EAFE45B}">
  <ds:schemaRefs>
    <ds:schemaRef ds:uri="fa982d6b-96df-432a-8690-16084cc0f45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da0d4b24-8a13-429e-b29d-a0b547d9b141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20D131B-0304-4D9D-880D-8D0359E5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6F24C2-D8D0-442E-B239-D60B610A1B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82d6b-96df-432a-8690-16084cc0f450"/>
    <ds:schemaRef ds:uri="da0d4b24-8a13-429e-b29d-a0b547d9b1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37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メイリオ</vt:lpstr>
      <vt:lpstr>Arial</vt:lpstr>
      <vt:lpstr>Calibri</vt:lpstr>
      <vt:lpstr>Calibri Light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八重樫　理人</dc:creator>
  <cp:lastModifiedBy>MUHAMMAD AZRIZ DANIAL BIN AHMAD RIZAL(s25t358)</cp:lastModifiedBy>
  <cp:revision>10</cp:revision>
  <cp:lastPrinted>2022-04-18T05:35:46Z</cp:lastPrinted>
  <dcterms:created xsi:type="dcterms:W3CDTF">2022-04-18T03:55:55Z</dcterms:created>
  <dcterms:modified xsi:type="dcterms:W3CDTF">2025-06-25T03:31:23Z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0x0101005DCD14120A8EE54CA5BEFC97029D7350</vt:lpwstr>
  </property>
</Properties>
</file>