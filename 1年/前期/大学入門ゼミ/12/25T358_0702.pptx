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2" autoAdjust="0"/>
    <p:restoredTop sz="94660"/>
  </p:normalViewPr>
  <p:slideViewPr>
    <p:cSldViewPr snapToGrid="0">
      <p:cViewPr>
        <p:scale>
          <a:sx n="66" d="100"/>
          <a:sy n="66" d="100"/>
        </p:scale>
        <p:origin x="816" y="-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1412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1919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080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503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0622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1920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8624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84106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2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0401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290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583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61600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altLang="ja-JP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77584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altLang="ja-JP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831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9178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2508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CDF6B50-B57F-4EBC-977D-B7DA615B23FA}" type="datetimeFigureOut">
              <a:rPr kumimoji="1" lang="ja-JP" altLang="en-US" smtClean="0"/>
              <a:t>2025/7/2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B58B460-5359-485E-82D1-2D2E6CD6DB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2415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kumimoji="1"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kumimoji="1"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kumimoji="1"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kumimoji="1"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kumimoji="1"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kumimoji="1"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kumimoji="1"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kumimoji="1"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kumimoji="1"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-illust.com/main/detail.php?id=24166284&amp;word=%E3%81%AA%E3%82%8B%E3%81%BB%E3%81%A9%E3%81%A8%E8%A8%80%E3%81%86%E3%82%B7%E3%83%AB%E3%82%A8%E3%83%83%E3%83%88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recruitinginsight.net/2024/05/02/simple-is-better/" TargetMode="External"/><Relationship Id="rId3" Type="http://schemas.openxmlformats.org/officeDocument/2006/relationships/image" Target="../media/image3.jpg"/><Relationship Id="rId7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hyperlink" Target="https://nativecamp.net/blog/20240521-interes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E78AF-9345-6368-368D-987F6E4FA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1773" y="1307497"/>
            <a:ext cx="8334685" cy="1725989"/>
          </a:xfrm>
        </p:spPr>
        <p:txBody>
          <a:bodyPr>
            <a:normAutofit fontScale="90000"/>
          </a:bodyPr>
          <a:lstStyle/>
          <a:p>
            <a:pPr algn="l"/>
            <a:r>
              <a:rPr kumimoji="1" lang="ja-JP" altLang="en-US" sz="5400" dirty="0"/>
              <a:t>分かりやすい</a:t>
            </a:r>
            <a:br>
              <a:rPr kumimoji="1" lang="en-US" altLang="ja-JP" sz="5400" dirty="0"/>
            </a:br>
            <a:r>
              <a:rPr kumimoji="1" lang="ja-JP" altLang="en-US" sz="5400" dirty="0"/>
              <a:t>プレゼンテーション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DFFC8B-C64D-FAD1-A925-2F7175B824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2805" y="3033486"/>
            <a:ext cx="2187537" cy="1388534"/>
          </a:xfrm>
        </p:spPr>
        <p:txBody>
          <a:bodyPr>
            <a:normAutofit/>
          </a:bodyPr>
          <a:lstStyle/>
          <a:p>
            <a:pPr algn="l"/>
            <a:r>
              <a:rPr lang="en-US" altLang="ja-JP" sz="2800" dirty="0"/>
              <a:t>1.0</a:t>
            </a:r>
            <a:r>
              <a:rPr lang="ja-JP" altLang="en-US" sz="2800" dirty="0"/>
              <a:t>：目的</a:t>
            </a:r>
            <a:endParaRPr lang="en-US" altLang="ja-JP" sz="2800" dirty="0"/>
          </a:p>
          <a:p>
            <a:pPr algn="l"/>
            <a:r>
              <a:rPr lang="en-US" altLang="ja-JP" sz="2800" dirty="0"/>
              <a:t>2.0</a:t>
            </a:r>
            <a:r>
              <a:rPr lang="ja-JP" altLang="en-US" sz="2800" dirty="0"/>
              <a:t>：方法</a:t>
            </a:r>
            <a:endParaRPr lang="en-US" altLang="ja-JP" sz="2800" dirty="0"/>
          </a:p>
          <a:p>
            <a:pPr algn="l"/>
            <a:endParaRPr lang="en-US" altLang="ja-JP" sz="2800" dirty="0"/>
          </a:p>
        </p:txBody>
      </p:sp>
      <p:pic>
        <p:nvPicPr>
          <p:cNvPr id="5" name="Picture 4" descr="A cartoon character with text above his head&#10;&#10;AI-generated content may be incorrect.">
            <a:extLst>
              <a:ext uri="{FF2B5EF4-FFF2-40B4-BE49-F238E27FC236}">
                <a16:creationId xmlns:a16="http://schemas.microsoft.com/office/drawing/2014/main" id="{D387807F-14AF-FA1D-3396-606999E1DC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613349" y="2455862"/>
            <a:ext cx="3400778" cy="25437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18416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CB9FB-CD5F-93F0-E91D-E6A62F00B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425" y="109091"/>
            <a:ext cx="1970089" cy="529538"/>
          </a:xfrm>
        </p:spPr>
        <p:txBody>
          <a:bodyPr>
            <a:noAutofit/>
          </a:bodyPr>
          <a:lstStyle/>
          <a:p>
            <a:r>
              <a:rPr lang="en-US" altLang="ja-JP" sz="3000" dirty="0"/>
              <a:t>1.0</a:t>
            </a:r>
            <a:r>
              <a:rPr lang="ja-JP" altLang="en-US" sz="3000" dirty="0"/>
              <a:t>：目的</a:t>
            </a:r>
            <a:endParaRPr kumimoji="1" lang="ja-JP" alt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B773E-FA6C-8709-5109-CBE3D9E33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4046" y="642258"/>
            <a:ext cx="3856868" cy="1157513"/>
          </a:xfrm>
        </p:spPr>
        <p:txBody>
          <a:bodyPr anchor="t">
            <a:normAutofit/>
          </a:bodyPr>
          <a:lstStyle/>
          <a:p>
            <a:r>
              <a:rPr lang="ja-JP" altLang="en-US" dirty="0"/>
              <a:t>理解しやすい</a:t>
            </a:r>
            <a:endParaRPr lang="en-US" altLang="ja-JP" dirty="0"/>
          </a:p>
          <a:p>
            <a:r>
              <a:rPr kumimoji="1" lang="ja-JP" altLang="en-US" dirty="0"/>
              <a:t>興味を引きやすい</a:t>
            </a:r>
            <a:endParaRPr kumimoji="1" lang="en-US" altLang="ja-JP" dirty="0"/>
          </a:p>
          <a:p>
            <a:endParaRPr kumimoji="1" lang="ja-JP" altLang="en-US" dirty="0"/>
          </a:p>
        </p:txBody>
      </p:sp>
      <p:pic>
        <p:nvPicPr>
          <p:cNvPr id="11" name="Picture 10" descr="A cat looking through a magnifying glass&#10;&#10;AI-generated content may be incorrect.">
            <a:extLst>
              <a:ext uri="{FF2B5EF4-FFF2-40B4-BE49-F238E27FC236}">
                <a16:creationId xmlns:a16="http://schemas.microsoft.com/office/drawing/2014/main" id="{A325ECF1-D65E-25B9-2BAD-10B95072EE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4797576" y="638629"/>
            <a:ext cx="3098196" cy="196735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C244AC2-CC50-0808-0454-AA818CCBD828}"/>
              </a:ext>
            </a:extLst>
          </p:cNvPr>
          <p:cNvSpPr txBox="1">
            <a:spLocks/>
          </p:cNvSpPr>
          <p:nvPr/>
        </p:nvSpPr>
        <p:spPr>
          <a:xfrm>
            <a:off x="1644046" y="2341214"/>
            <a:ext cx="3098196" cy="529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ja-JP" sz="3000" dirty="0"/>
              <a:t>2.0</a:t>
            </a:r>
            <a:r>
              <a:rPr lang="ja-JP" altLang="en-US" sz="3000" dirty="0"/>
              <a:t>：方法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E2977C5-2047-05D7-7762-6BCAACBCB848}"/>
              </a:ext>
            </a:extLst>
          </p:cNvPr>
          <p:cNvSpPr txBox="1">
            <a:spLocks/>
          </p:cNvSpPr>
          <p:nvPr/>
        </p:nvSpPr>
        <p:spPr>
          <a:xfrm>
            <a:off x="1600424" y="2982396"/>
            <a:ext cx="9372375" cy="34838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70C0"/>
              </a:buClr>
            </a:pPr>
            <a:r>
              <a:rPr lang="ja-JP" altLang="en-US" sz="2400" dirty="0"/>
              <a:t>簡単な言葉を使う</a:t>
            </a:r>
            <a:endParaRPr lang="en-US" altLang="ja-JP" sz="2400" dirty="0"/>
          </a:p>
          <a:p>
            <a:pPr>
              <a:buClr>
                <a:srgbClr val="0070C0"/>
              </a:buClr>
            </a:pPr>
            <a:r>
              <a:rPr lang="ja-JP" altLang="en-US" sz="2400" dirty="0"/>
              <a:t>専門用語を避ける</a:t>
            </a:r>
            <a:endParaRPr lang="en-US" altLang="ja-JP" sz="2400" dirty="0"/>
          </a:p>
          <a:p>
            <a:pPr lvl="1">
              <a:buClr>
                <a:srgbClr val="0070C0"/>
              </a:buClr>
            </a:pPr>
            <a:r>
              <a:rPr lang="ja-JP" altLang="en-US" dirty="0"/>
              <a:t>例</a:t>
            </a:r>
            <a:r>
              <a:rPr lang="ja-JP" altLang="en-US" dirty="0">
                <a:sym typeface="Wingdings" panose="05000000000000000000" pitchFamily="2" charset="2"/>
              </a:rPr>
              <a:t>：（</a:t>
            </a:r>
            <a:r>
              <a:rPr lang="en-US" altLang="ja-JP" dirty="0">
                <a:sym typeface="Wingdings" panose="05000000000000000000" pitchFamily="2" charset="2"/>
              </a:rPr>
              <a:t>IT</a:t>
            </a:r>
            <a:r>
              <a:rPr lang="ja-JP" altLang="en-US" dirty="0">
                <a:sym typeface="Wingdings" panose="05000000000000000000" pitchFamily="2" charset="2"/>
              </a:rPr>
              <a:t>・情報）クラウド＞</a:t>
            </a:r>
            <a:r>
              <a:rPr lang="ja-JP" altLang="en-US" dirty="0"/>
              <a:t>インターネット上にある保存場所</a:t>
            </a:r>
            <a:endParaRPr lang="en-US" altLang="ja-JP" dirty="0"/>
          </a:p>
          <a:p>
            <a:pPr>
              <a:buClr>
                <a:srgbClr val="0070C0"/>
              </a:buClr>
            </a:pPr>
            <a:r>
              <a:rPr lang="ja-JP" altLang="en-US" sz="2400" dirty="0"/>
              <a:t>例を使って説明する</a:t>
            </a:r>
            <a:endParaRPr lang="en-US" altLang="ja-JP" sz="2400" dirty="0"/>
          </a:p>
          <a:p>
            <a:pPr>
              <a:buClr>
                <a:srgbClr val="0070C0"/>
              </a:buClr>
            </a:pPr>
            <a:r>
              <a:rPr lang="ja-JP" altLang="en-US" sz="2400" dirty="0"/>
              <a:t>スライドはシンプルにする</a:t>
            </a:r>
            <a:endParaRPr lang="en-US" altLang="ja-JP" sz="2400" dirty="0"/>
          </a:p>
          <a:p>
            <a:pPr lvl="1">
              <a:buClr>
                <a:srgbClr val="0070C0"/>
              </a:buClr>
            </a:pPr>
            <a:r>
              <a:rPr lang="ja-JP" altLang="en-US" dirty="0"/>
              <a:t>長い文章を使わずに、ポイントで説明する</a:t>
            </a:r>
            <a:endParaRPr lang="en-US" altLang="ja-JP" dirty="0"/>
          </a:p>
        </p:txBody>
      </p:sp>
      <p:pic>
        <p:nvPicPr>
          <p:cNvPr id="14" name="Picture 13" descr="A drawing of two people with a light bulb above their head&#10;&#10;AI-generated content may be incorrect.">
            <a:extLst>
              <a:ext uri="{FF2B5EF4-FFF2-40B4-BE49-F238E27FC236}">
                <a16:creationId xmlns:a16="http://schemas.microsoft.com/office/drawing/2014/main" id="{D33FAD6C-4B82-626E-AA1D-6AB6D11C45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2459" y="1497213"/>
            <a:ext cx="1988394" cy="22175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 descr="A note pinned to a cork board">
            <a:extLst>
              <a:ext uri="{FF2B5EF4-FFF2-40B4-BE49-F238E27FC236}">
                <a16:creationId xmlns:a16="http://schemas.microsoft.com/office/drawing/2014/main" id="{FF0C4CC3-C333-8D12-5DA3-E42E8D3C36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8"/>
              </a:ext>
            </a:extLst>
          </a:blip>
          <a:stretch>
            <a:fillRect/>
          </a:stretch>
        </p:blipFill>
        <p:spPr>
          <a:xfrm>
            <a:off x="7823200" y="4063304"/>
            <a:ext cx="3592286" cy="2514600"/>
          </a:xfrm>
          <a:prstGeom prst="rect">
            <a:avLst/>
          </a:prstGeom>
          <a:ln>
            <a:noFill/>
          </a:ln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FE1A323-36CB-6779-96B8-BC11EC9EF0E7}"/>
              </a:ext>
            </a:extLst>
          </p:cNvPr>
          <p:cNvSpPr/>
          <p:nvPr/>
        </p:nvSpPr>
        <p:spPr>
          <a:xfrm>
            <a:off x="1756229" y="530614"/>
            <a:ext cx="1698171" cy="10801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49EAF3B-553C-7996-3AF0-ADA7DF5540E3}"/>
              </a:ext>
            </a:extLst>
          </p:cNvPr>
          <p:cNvSpPr/>
          <p:nvPr/>
        </p:nvSpPr>
        <p:spPr>
          <a:xfrm>
            <a:off x="1736383" y="2816744"/>
            <a:ext cx="1698171" cy="108015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95421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41</TotalTime>
  <Words>62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Corbel</vt:lpstr>
      <vt:lpstr>Wingdings</vt:lpstr>
      <vt:lpstr>Parallax</vt:lpstr>
      <vt:lpstr>分かりやすい プレゼンテーション</vt:lpstr>
      <vt:lpstr>1.0：目的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MUHAMMAD AZRIZ DANIAL BIN AHMAD RIZAL(s25t358)</dc:creator>
  <cp:lastModifiedBy>MUHAMMAD AZRIZ DANIAL BIN AHMAD RIZAL(s25t358)</cp:lastModifiedBy>
  <cp:revision>1</cp:revision>
  <dcterms:created xsi:type="dcterms:W3CDTF">2025-07-02T02:48:10Z</dcterms:created>
  <dcterms:modified xsi:type="dcterms:W3CDTF">2025-07-02T03:29:20Z</dcterms:modified>
</cp:coreProperties>
</file>