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9906000" cy="6858000" type="A4"/>
  <p:notesSz cx="14449425" cy="100203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753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1pPr>
    <a:lvl2pPr marL="395813" indent="-98953" algn="l" rtl="0" fontAlgn="base">
      <a:spcBef>
        <a:spcPct val="0"/>
      </a:spcBef>
      <a:spcAft>
        <a:spcPct val="0"/>
      </a:spcAft>
      <a:defRPr kumimoji="1" sz="1753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792658" indent="-198938" algn="l" rtl="0" fontAlgn="base">
      <a:spcBef>
        <a:spcPct val="0"/>
      </a:spcBef>
      <a:spcAft>
        <a:spcPct val="0"/>
      </a:spcAft>
      <a:defRPr kumimoji="1" sz="1753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189501" indent="-298921" algn="l" rtl="0" fontAlgn="base">
      <a:spcBef>
        <a:spcPct val="0"/>
      </a:spcBef>
      <a:spcAft>
        <a:spcPct val="0"/>
      </a:spcAft>
      <a:defRPr kumimoji="1" sz="1753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586346" indent="-398906" algn="l" rtl="0" fontAlgn="base">
      <a:spcBef>
        <a:spcPct val="0"/>
      </a:spcBef>
      <a:spcAft>
        <a:spcPct val="0"/>
      </a:spcAft>
      <a:defRPr kumimoji="1" sz="1753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1484300" algn="l" defTabSz="593720" rtl="0" eaLnBrk="1" latinLnBrk="0" hangingPunct="1">
      <a:defRPr kumimoji="1" sz="1753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6pPr>
    <a:lvl7pPr marL="1781160" algn="l" defTabSz="593720" rtl="0" eaLnBrk="1" latinLnBrk="0" hangingPunct="1">
      <a:defRPr kumimoji="1" sz="1753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7pPr>
    <a:lvl8pPr marL="2078020" algn="l" defTabSz="593720" rtl="0" eaLnBrk="1" latinLnBrk="0" hangingPunct="1">
      <a:defRPr kumimoji="1" sz="1753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8pPr>
    <a:lvl9pPr marL="2374880" algn="l" defTabSz="593720" rtl="0" eaLnBrk="1" latinLnBrk="0" hangingPunct="1">
      <a:defRPr kumimoji="1" sz="1753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69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6B60F7-617F-45A2-8AE0-21064BC34085}" v="5" dt="2025-06-04T09:38:55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3" autoAdjust="0"/>
    <p:restoredTop sz="90929"/>
  </p:normalViewPr>
  <p:slideViewPr>
    <p:cSldViewPr showGuides="1">
      <p:cViewPr>
        <p:scale>
          <a:sx n="66" d="100"/>
          <a:sy n="66" d="100"/>
        </p:scale>
        <p:origin x="1572" y="84"/>
      </p:cViewPr>
      <p:guideLst>
        <p:guide orient="horz" pos="4269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1" d="100"/>
          <a:sy n="81" d="100"/>
        </p:scale>
        <p:origin x="19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ZRIZ DANIAL BIN AHMAD RIZAL(s25t358)" userId="60267320-fd05-4fb3-9889-905e22019b8e" providerId="ADAL" clId="{AC6B60F7-617F-45A2-8AE0-21064BC34085}"/>
    <pc:docChg chg="undo custSel modSld">
      <pc:chgData name="MUHAMMAD AZRIZ DANIAL BIN AHMAD RIZAL(s25t358)" userId="60267320-fd05-4fb3-9889-905e22019b8e" providerId="ADAL" clId="{AC6B60F7-617F-45A2-8AE0-21064BC34085}" dt="2025-06-04T09:39:10.902" v="111" actId="1076"/>
      <pc:docMkLst>
        <pc:docMk/>
      </pc:docMkLst>
      <pc:sldChg chg="addSp delSp modSp mod">
        <pc:chgData name="MUHAMMAD AZRIZ DANIAL BIN AHMAD RIZAL(s25t358)" userId="60267320-fd05-4fb3-9889-905e22019b8e" providerId="ADAL" clId="{AC6B60F7-617F-45A2-8AE0-21064BC34085}" dt="2025-06-04T09:39:10.902" v="111" actId="1076"/>
        <pc:sldMkLst>
          <pc:docMk/>
          <pc:sldMk cId="0" sldId="257"/>
        </pc:sldMkLst>
        <pc:spChg chg="mod">
          <ac:chgData name="MUHAMMAD AZRIZ DANIAL BIN AHMAD RIZAL(s25t358)" userId="60267320-fd05-4fb3-9889-905e22019b8e" providerId="ADAL" clId="{AC6B60F7-617F-45A2-8AE0-21064BC34085}" dt="2025-06-03T23:52:49.585" v="15" actId="20577"/>
          <ac:spMkLst>
            <pc:docMk/>
            <pc:sldMk cId="0" sldId="257"/>
            <ac:spMk id="2" creationId="{00000000-0000-0000-0000-000000000000}"/>
          </ac:spMkLst>
        </pc:spChg>
        <pc:spChg chg="add">
          <ac:chgData name="MUHAMMAD AZRIZ DANIAL BIN AHMAD RIZAL(s25t358)" userId="60267320-fd05-4fb3-9889-905e22019b8e" providerId="ADAL" clId="{AC6B60F7-617F-45A2-8AE0-21064BC34085}" dt="2025-06-04T03:48:48.679" v="47"/>
          <ac:spMkLst>
            <pc:docMk/>
            <pc:sldMk cId="0" sldId="257"/>
            <ac:spMk id="3" creationId="{67D762B6-1656-AE6C-F8AF-DDC472B8A95F}"/>
          </ac:spMkLst>
        </pc:spChg>
        <pc:spChg chg="mod">
          <ac:chgData name="MUHAMMAD AZRIZ DANIAL BIN AHMAD RIZAL(s25t358)" userId="60267320-fd05-4fb3-9889-905e22019b8e" providerId="ADAL" clId="{AC6B60F7-617F-45A2-8AE0-21064BC34085}" dt="2025-06-04T08:44:42.112" v="102" actId="14100"/>
          <ac:spMkLst>
            <pc:docMk/>
            <pc:sldMk cId="0" sldId="257"/>
            <ac:spMk id="4" creationId="{0DA31603-AAC6-4C21-82E1-785DF6D82C26}"/>
          </ac:spMkLst>
        </pc:spChg>
        <pc:spChg chg="mod">
          <ac:chgData name="MUHAMMAD AZRIZ DANIAL BIN AHMAD RIZAL(s25t358)" userId="60267320-fd05-4fb3-9889-905e22019b8e" providerId="ADAL" clId="{AC6B60F7-617F-45A2-8AE0-21064BC34085}" dt="2025-06-03T23:53:26.650" v="39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MUHAMMAD AZRIZ DANIAL BIN AHMAD RIZAL(s25t358)" userId="60267320-fd05-4fb3-9889-905e22019b8e" providerId="ADAL" clId="{AC6B60F7-617F-45A2-8AE0-21064BC34085}" dt="2025-06-04T03:49:24.629" v="62" actId="20577"/>
          <ac:spMkLst>
            <pc:docMk/>
            <pc:sldMk cId="0" sldId="257"/>
            <ac:spMk id="15" creationId="{9B1A27FF-19C8-467B-95A7-7A2408E7788D}"/>
          </ac:spMkLst>
        </pc:spChg>
        <pc:picChg chg="add del mod">
          <ac:chgData name="MUHAMMAD AZRIZ DANIAL BIN AHMAD RIZAL(s25t358)" userId="60267320-fd05-4fb3-9889-905e22019b8e" providerId="ADAL" clId="{AC6B60F7-617F-45A2-8AE0-21064BC34085}" dt="2025-06-04T09:38:58.526" v="104" actId="478"/>
          <ac:picMkLst>
            <pc:docMk/>
            <pc:sldMk cId="0" sldId="257"/>
            <ac:picMk id="5" creationId="{4B3E1F13-4A54-E4E9-E3A7-0FA31DACC857}"/>
          </ac:picMkLst>
        </pc:picChg>
        <pc:picChg chg="add mod">
          <ac:chgData name="MUHAMMAD AZRIZ DANIAL BIN AHMAD RIZAL(s25t358)" userId="60267320-fd05-4fb3-9889-905e22019b8e" providerId="ADAL" clId="{AC6B60F7-617F-45A2-8AE0-21064BC34085}" dt="2025-06-04T09:39:10.902" v="111" actId="1076"/>
          <ac:picMkLst>
            <pc:docMk/>
            <pc:sldMk cId="0" sldId="257"/>
            <ac:picMk id="6" creationId="{DB40607B-CF9C-1453-28E7-47A6C59DA46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6263249" cy="500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3104" tIns="66551" rIns="133104" bIns="66551" numCol="1" anchor="t" anchorCtr="0" compatLnSpc="1">
            <a:prstTxWarp prst="textNoShape">
              <a:avLst/>
            </a:prstTxWarp>
          </a:bodyPr>
          <a:lstStyle>
            <a:lvl1pPr>
              <a:defRPr sz="17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186176" y="1"/>
            <a:ext cx="6263249" cy="500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3104" tIns="66551" rIns="133104" bIns="66551" numCol="1" anchor="t" anchorCtr="0" compatLnSpc="1">
            <a:prstTxWarp prst="textNoShape">
              <a:avLst/>
            </a:prstTxWarp>
          </a:bodyPr>
          <a:lstStyle>
            <a:lvl1pPr algn="r">
              <a:defRPr sz="17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9396"/>
            <a:ext cx="6263249" cy="500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3104" tIns="66551" rIns="133104" bIns="66551" numCol="1" anchor="b" anchorCtr="0" compatLnSpc="1">
            <a:prstTxWarp prst="textNoShape">
              <a:avLst/>
            </a:prstTxWarp>
          </a:bodyPr>
          <a:lstStyle>
            <a:lvl1pPr>
              <a:defRPr sz="17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8186176" y="9519396"/>
            <a:ext cx="6263249" cy="500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3104" tIns="66551" rIns="133104" bIns="66551" numCol="1" anchor="b" anchorCtr="0" compatLnSpc="1">
            <a:prstTxWarp prst="textNoShape">
              <a:avLst/>
            </a:prstTxWarp>
          </a:bodyPr>
          <a:lstStyle>
            <a:lvl1pPr algn="r">
              <a:defRPr sz="1700">
                <a:ea typeface="ＭＳ Ｐゴシック" pitchFamily="50" charset="-128"/>
              </a:defRPr>
            </a:lvl1pPr>
          </a:lstStyle>
          <a:p>
            <a:pPr>
              <a:defRPr/>
            </a:pPr>
            <a:fld id="{2EF91C9F-08A6-4E82-90EC-E4E6C757B8A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3848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6263249" cy="500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3104" tIns="66551" rIns="133104" bIns="66551" numCol="1" anchor="t" anchorCtr="0" compatLnSpc="1">
            <a:prstTxWarp prst="textNoShape">
              <a:avLst/>
            </a:prstTxWarp>
          </a:bodyPr>
          <a:lstStyle>
            <a:lvl1pPr>
              <a:defRPr sz="17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8183888" y="1"/>
            <a:ext cx="6263249" cy="500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3104" tIns="66551" rIns="133104" bIns="66551" numCol="1" anchor="t" anchorCtr="0" compatLnSpc="1">
            <a:prstTxWarp prst="textNoShape">
              <a:avLst/>
            </a:prstTxWarp>
          </a:bodyPr>
          <a:lstStyle>
            <a:lvl1pPr algn="r">
              <a:defRPr sz="17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10088" y="750888"/>
            <a:ext cx="5429250" cy="3759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444489" y="4759148"/>
            <a:ext cx="11560456" cy="45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3104" tIns="66551" rIns="133104" bIns="665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9396"/>
            <a:ext cx="6263249" cy="499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3104" tIns="66551" rIns="133104" bIns="66551" numCol="1" anchor="b" anchorCtr="0" compatLnSpc="1">
            <a:prstTxWarp prst="textNoShape">
              <a:avLst/>
            </a:prstTxWarp>
          </a:bodyPr>
          <a:lstStyle>
            <a:lvl1pPr>
              <a:defRPr sz="17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8183888" y="9519396"/>
            <a:ext cx="6263249" cy="499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3104" tIns="66551" rIns="133104" bIns="66551" numCol="1" anchor="b" anchorCtr="0" compatLnSpc="1">
            <a:prstTxWarp prst="textNoShape">
              <a:avLst/>
            </a:prstTxWarp>
          </a:bodyPr>
          <a:lstStyle>
            <a:lvl1pPr algn="r">
              <a:defRPr sz="1700">
                <a:ea typeface="ＭＳ Ｐゴシック" pitchFamily="50" charset="-128"/>
              </a:defRPr>
            </a:lvl1pPr>
          </a:lstStyle>
          <a:p>
            <a:pPr>
              <a:defRPr/>
            </a:pPr>
            <a:fld id="{B99DB5F2-4618-4553-A889-7928E7F9B5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062254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039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395813" algn="l" rtl="0" eaLnBrk="0" fontAlgn="base" hangingPunct="0">
      <a:spcBef>
        <a:spcPct val="30000"/>
      </a:spcBef>
      <a:spcAft>
        <a:spcPct val="0"/>
      </a:spcAft>
      <a:defRPr kumimoji="1" sz="1039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792658" algn="l" rtl="0" eaLnBrk="0" fontAlgn="base" hangingPunct="0">
      <a:spcBef>
        <a:spcPct val="30000"/>
      </a:spcBef>
      <a:spcAft>
        <a:spcPct val="0"/>
      </a:spcAft>
      <a:defRPr kumimoji="1" sz="1039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189501" algn="l" rtl="0" eaLnBrk="0" fontAlgn="base" hangingPunct="0">
      <a:spcBef>
        <a:spcPct val="30000"/>
      </a:spcBef>
      <a:spcAft>
        <a:spcPct val="0"/>
      </a:spcAft>
      <a:defRPr kumimoji="1" sz="1039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586346" algn="l" rtl="0" eaLnBrk="0" fontAlgn="base" hangingPunct="0">
      <a:spcBef>
        <a:spcPct val="30000"/>
      </a:spcBef>
      <a:spcAft>
        <a:spcPct val="0"/>
      </a:spcAft>
      <a:defRPr kumimoji="1" sz="1039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1983470" algn="l" defTabSz="793388" rtl="0" eaLnBrk="1" latinLnBrk="0" hangingPunct="1">
      <a:defRPr kumimoji="1" sz="1039" kern="1200">
        <a:solidFill>
          <a:schemeClr val="tx1"/>
        </a:solidFill>
        <a:latin typeface="+mn-lt"/>
        <a:ea typeface="+mn-ea"/>
        <a:cs typeface="+mn-cs"/>
      </a:defRPr>
    </a:lvl6pPr>
    <a:lvl7pPr marL="2380164" algn="l" defTabSz="793388" rtl="0" eaLnBrk="1" latinLnBrk="0" hangingPunct="1">
      <a:defRPr kumimoji="1" sz="1039" kern="1200">
        <a:solidFill>
          <a:schemeClr val="tx1"/>
        </a:solidFill>
        <a:latin typeface="+mn-lt"/>
        <a:ea typeface="+mn-ea"/>
        <a:cs typeface="+mn-cs"/>
      </a:defRPr>
    </a:lvl7pPr>
    <a:lvl8pPr marL="2776858" algn="l" defTabSz="793388" rtl="0" eaLnBrk="1" latinLnBrk="0" hangingPunct="1">
      <a:defRPr kumimoji="1" sz="1039" kern="1200">
        <a:solidFill>
          <a:schemeClr val="tx1"/>
        </a:solidFill>
        <a:latin typeface="+mn-lt"/>
        <a:ea typeface="+mn-ea"/>
        <a:cs typeface="+mn-cs"/>
      </a:defRPr>
    </a:lvl8pPr>
    <a:lvl9pPr marL="3173552" algn="l" defTabSz="793388" rtl="0" eaLnBrk="1" latinLnBrk="0" hangingPunct="1">
      <a:defRPr kumimoji="1" sz="103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220591" y="105830"/>
            <a:ext cx="9464818" cy="26349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2191" tIns="61096" rIns="122191" bIns="61096" anchor="ctr"/>
          <a:lstStyle/>
          <a:p>
            <a:pPr>
              <a:defRPr/>
            </a:pPr>
            <a:r>
              <a:rPr lang="ja-JP" altLang="en-US" sz="11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デザイン概論　最終課題</a:t>
            </a:r>
          </a:p>
        </p:txBody>
      </p:sp>
      <p:sp>
        <p:nvSpPr>
          <p:cNvPr id="3" name="Text Box 29"/>
          <p:cNvSpPr txBox="1">
            <a:spLocks noChangeArrowheads="1"/>
          </p:cNvSpPr>
          <p:nvPr userDrawn="1"/>
        </p:nvSpPr>
        <p:spPr bwMode="auto">
          <a:xfrm>
            <a:off x="5241032" y="143985"/>
            <a:ext cx="4376523" cy="191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91" tIns="61096" rIns="122191" bIns="61096"/>
          <a:lstStyle>
            <a:lvl1pPr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学籍番号：　　　　　　　　         　　氏名：</a:t>
            </a:r>
            <a:r>
              <a:rPr lang="ja-JP" altLang="en-US" sz="1000" u="sng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　　　　</a:t>
            </a:r>
          </a:p>
        </p:txBody>
      </p:sp>
      <p:sp>
        <p:nvSpPr>
          <p:cNvPr id="6" name="正方形/長方形 5"/>
          <p:cNvSpPr/>
          <p:nvPr userDrawn="1"/>
        </p:nvSpPr>
        <p:spPr>
          <a:xfrm>
            <a:off x="217733" y="476672"/>
            <a:ext cx="1494902" cy="579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ja-JP" altLang="en-US" sz="1100" b="1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選択した課題</a:t>
            </a:r>
            <a:endParaRPr lang="en-US" altLang="ja-JP" sz="1100" b="1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 fontAlgn="base">
              <a:lnSpc>
                <a:spcPct val="150000"/>
              </a:lnSpc>
            </a:pPr>
            <a:r>
              <a:rPr lang="ja-JP" altLang="en-US" sz="1100" b="1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１ </a:t>
            </a:r>
            <a:r>
              <a:rPr lang="en-US" altLang="ja-JP" sz="1100" b="1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or  2 or  3</a:t>
            </a:r>
          </a:p>
        </p:txBody>
      </p:sp>
      <p:sp>
        <p:nvSpPr>
          <p:cNvPr id="7" name="AutoShape 12"/>
          <p:cNvSpPr>
            <a:spLocks noChangeArrowheads="1"/>
          </p:cNvSpPr>
          <p:nvPr userDrawn="1"/>
        </p:nvSpPr>
        <p:spPr bwMode="auto">
          <a:xfrm>
            <a:off x="217733" y="517123"/>
            <a:ext cx="9464818" cy="6192688"/>
          </a:xfrm>
          <a:prstGeom prst="roundRect">
            <a:avLst>
              <a:gd name="adj" fmla="val 1616"/>
            </a:avLst>
          </a:prstGeom>
          <a:noFill/>
          <a:ln w="1270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22191" tIns="61096" rIns="122191" bIns="61096" anchor="ctr"/>
          <a:lstStyle/>
          <a:p>
            <a:endParaRPr lang="ja-JP" altLang="en-US" dirty="0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570FF2C-61CF-42BF-AED9-73ABB900DB84}"/>
              </a:ext>
            </a:extLst>
          </p:cNvPr>
          <p:cNvCxnSpPr>
            <a:cxnSpLocks/>
          </p:cNvCxnSpPr>
          <p:nvPr userDrawn="1"/>
        </p:nvCxnSpPr>
        <p:spPr>
          <a:xfrm>
            <a:off x="2720752" y="517123"/>
            <a:ext cx="0" cy="4981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75AB22-B909-4BA2-B964-F916513B9C6D}"/>
              </a:ext>
            </a:extLst>
          </p:cNvPr>
          <p:cNvCxnSpPr>
            <a:cxnSpLocks/>
          </p:cNvCxnSpPr>
          <p:nvPr userDrawn="1"/>
        </p:nvCxnSpPr>
        <p:spPr>
          <a:xfrm flipH="1">
            <a:off x="217733" y="1015228"/>
            <a:ext cx="250301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CC7DF77-0F95-45E4-9AAF-C0F1547EE02B}"/>
              </a:ext>
            </a:extLst>
          </p:cNvPr>
          <p:cNvCxnSpPr>
            <a:cxnSpLocks/>
          </p:cNvCxnSpPr>
          <p:nvPr userDrawn="1"/>
        </p:nvCxnSpPr>
        <p:spPr>
          <a:xfrm>
            <a:off x="1712640" y="517123"/>
            <a:ext cx="0" cy="4981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4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657" y="609776"/>
            <a:ext cx="8420688" cy="114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191" tIns="61096" rIns="122191" bIns="6109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657" y="1981232"/>
            <a:ext cx="8420688" cy="411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191" tIns="61096" rIns="122191" bIns="610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657" y="6248224"/>
            <a:ext cx="2064730" cy="45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2191" tIns="61096" rIns="122191" bIns="61096" numCol="1" anchor="t" anchorCtr="0" compatLnSpc="1">
            <a:prstTxWarp prst="textNoShape">
              <a:avLst/>
            </a:prstTxWarp>
          </a:bodyPr>
          <a:lstStyle>
            <a:lvl1pPr>
              <a:defRPr sz="19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3864" y="6248224"/>
            <a:ext cx="3138273" cy="45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2191" tIns="61096" rIns="122191" bIns="61096" numCol="1" anchor="t" anchorCtr="0" compatLnSpc="1">
            <a:prstTxWarp prst="textNoShape">
              <a:avLst/>
            </a:prstTxWarp>
          </a:bodyPr>
          <a:lstStyle>
            <a:lvl1pPr algn="ctr">
              <a:defRPr sz="19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8614" y="6248224"/>
            <a:ext cx="2064730" cy="45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2191" tIns="61096" rIns="122191" bIns="61096" numCol="1" anchor="t" anchorCtr="0" compatLnSpc="1">
            <a:prstTxWarp prst="textNoShape">
              <a:avLst/>
            </a:prstTxWarp>
          </a:bodyPr>
          <a:lstStyle>
            <a:lvl1pPr algn="r">
              <a:defRPr sz="1900">
                <a:ea typeface="ＭＳ Ｐゴシック" pitchFamily="50" charset="-128"/>
              </a:defRPr>
            </a:lvl1pPr>
          </a:lstStyle>
          <a:p>
            <a:pPr>
              <a:defRPr/>
            </a:pPr>
            <a:fld id="{8964AA0F-A8C6-428D-AD47-8383FF2DB71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5pPr>
      <a:lvl6pPr marL="610956" algn="ctr" rtl="0" fontAlgn="base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1221913" algn="ctr" rtl="0" fontAlgn="base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832869" algn="ctr" rtl="0" fontAlgn="base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2443825" algn="ctr" rtl="0" fontAlgn="base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Char char="•"/>
        <a:defRPr kumimoji="1" sz="4300">
          <a:solidFill>
            <a:schemeClr val="tx1"/>
          </a:solidFill>
          <a:latin typeface="+mn-lt"/>
          <a:ea typeface="+mn-ea"/>
          <a:cs typeface="+mn-cs"/>
        </a:defRPr>
      </a:lvl1pPr>
      <a:lvl2pPr marL="992188" indent="-381000" algn="l" rtl="0" eaLnBrk="0" fontAlgn="base" hangingPunct="0">
        <a:spcBef>
          <a:spcPct val="20000"/>
        </a:spcBef>
        <a:spcAft>
          <a:spcPct val="0"/>
        </a:spcAft>
        <a:buChar char="–"/>
        <a:defRPr kumimoji="1" sz="3700">
          <a:solidFill>
            <a:schemeClr val="tx1"/>
          </a:solidFill>
          <a:latin typeface="+mn-lt"/>
          <a:ea typeface="+mn-ea"/>
        </a:defRPr>
      </a:lvl2pPr>
      <a:lvl3pPr marL="1527175" indent="-3048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</a:defRPr>
      </a:lvl3pPr>
      <a:lvl4pPr marL="2136775" indent="-304800" algn="l" rtl="0" eaLnBrk="0" fontAlgn="base" hangingPunct="0">
        <a:spcBef>
          <a:spcPct val="20000"/>
        </a:spcBef>
        <a:spcAft>
          <a:spcPct val="0"/>
        </a:spcAft>
        <a:buChar char="–"/>
        <a:defRPr kumimoji="1" sz="2700">
          <a:solidFill>
            <a:schemeClr val="tx1"/>
          </a:solidFill>
          <a:latin typeface="+mn-lt"/>
          <a:ea typeface="+mn-ea"/>
        </a:defRPr>
      </a:lvl4pPr>
      <a:lvl5pPr marL="2747963" indent="-304800" algn="l" rtl="0" eaLnBrk="0" fontAlgn="base" hangingPunct="0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5pPr>
      <a:lvl6pPr marL="3360260" indent="-305478" algn="l" rtl="0" fontAlgn="base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6pPr>
      <a:lvl7pPr marL="3971216" indent="-305478" algn="l" rtl="0" fontAlgn="base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7pPr>
      <a:lvl8pPr marL="4582173" indent="-305478" algn="l" rtl="0" fontAlgn="base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8pPr>
      <a:lvl9pPr marL="5193129" indent="-305478" algn="l" rtl="0" fontAlgn="base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1221913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956" algn="l" defTabSz="1221913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1913" algn="l" defTabSz="1221913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2869" algn="l" defTabSz="1221913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3825" algn="l" defTabSz="1221913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4782" algn="l" defTabSz="1221913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5738" algn="l" defTabSz="1221913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6695" algn="l" defTabSz="1221913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7651" algn="l" defTabSz="1221913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スライド番号プレースホルダ 1"/>
          <p:cNvSpPr>
            <a:spLocks noGrp="1"/>
          </p:cNvSpPr>
          <p:nvPr>
            <p:ph type="sldNum" sz="quarter" idx="4294967295"/>
          </p:nvPr>
        </p:nvSpPr>
        <p:spPr>
          <a:xfrm>
            <a:off x="9037639" y="-3787774"/>
            <a:ext cx="852487" cy="369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/>
            <a:fld id="{2D402A51-510A-443E-9AE1-D908A14AB568}" type="slidenum">
              <a:rPr lang="en-US" altLang="ja-JP" sz="2400"/>
              <a:pPr eaLnBrk="1" hangingPunct="1"/>
              <a:t>1</a:t>
            </a:fld>
            <a:endParaRPr lang="en-US" altLang="ja-JP" sz="2400"/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6248401" y="-4094162"/>
            <a:ext cx="37941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r" eaLnBrk="1" hangingPunct="1"/>
            <a:r>
              <a:rPr lang="ja-JP" altLang="en-US" sz="1200" dirty="0">
                <a:latin typeface="HGP創英角ｺﾞｼｯｸUB" pitchFamily="50" charset="-128"/>
                <a:ea typeface="HGP創英角ｺﾞｼｯｸUB" pitchFamily="50" charset="-128"/>
                <a:cs typeface="ＭＳ Ｐゴシック" charset="-128"/>
              </a:rPr>
              <a:t>デザインと発想</a:t>
            </a:r>
            <a:endParaRPr lang="ja-JP" altLang="en-US" sz="1200" dirty="0">
              <a:latin typeface="Arial" charset="0"/>
              <a:ea typeface="HGP創英角ｺﾞｼｯｸUB" pitchFamily="50" charset="-128"/>
              <a:cs typeface="ＭＳ Ｐゴシック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105128" y="116632"/>
            <a:ext cx="1440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25T358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977336" y="116632"/>
            <a:ext cx="1440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アズリズ　ダニアル</a:t>
            </a:r>
          </a:p>
        </p:txBody>
      </p:sp>
      <p:sp>
        <p:nvSpPr>
          <p:cNvPr id="16" name="フローチャート: 処理 15"/>
          <p:cNvSpPr/>
          <p:nvPr/>
        </p:nvSpPr>
        <p:spPr>
          <a:xfrm>
            <a:off x="344488" y="2276872"/>
            <a:ext cx="4608512" cy="1332148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A31603-AAC6-4C21-82E1-785DF6D82C26}"/>
              </a:ext>
            </a:extLst>
          </p:cNvPr>
          <p:cNvSpPr txBox="1"/>
          <p:nvPr/>
        </p:nvSpPr>
        <p:spPr>
          <a:xfrm>
            <a:off x="200472" y="1000522"/>
            <a:ext cx="5112568" cy="5613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香川県で地域を活性化するために、「ガチャガチャ」を使って観光を案内したいと思う。このガチャガチャを香川県の文化や観光と結びつける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ことで、地域の魅力が多くの人に伝えることができる。</a:t>
            </a:r>
          </a:p>
          <a:p>
            <a:pPr>
              <a:lnSpc>
                <a:spcPct val="150000"/>
              </a:lnSpc>
            </a:pP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まず、ガチャガチャの設置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せっち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場所としては、バスや電車の駅、または香川県に人気がある島、小豆島や直島など。駅や港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みなと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、アクセスしやすく、多くの人が集まる場所だ。さらに、日本には観光スタンプラリーの文化があるため、スタンプを集めながらガチャガチャも楽しむことができる。これにより、観光客の楽しさが増え、地域全体も案内でき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次は、ガチャガチャの中身についてだ。中には、香川県らしい商品や割引チケット、情報が入っている地図など。例えば、うどんの割引クーポンや、うどん作り体験のチケットなどを入れることで、観光客が実際に地元の食文化に体験することができる。また、小豆島や直島の観光地を紹介する「ミニマップ」も面白いと思う。この地図は実際に使えるだけでなく、コレクションとしても価値があるだろう。</a:t>
            </a:r>
          </a:p>
          <a:p>
            <a:pPr>
              <a:lnSpc>
                <a:spcPct val="150000"/>
              </a:lnSpc>
            </a:pP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このようなガチャガチャを使った取り組みが、なぜ地域活性化につながるのでしょうか。理由は二つある。一つ目は、観光客の行動を増えることだ。ガチャガチャの中身が地域体験と結びついていることで、観光客は「どこに作るのか」という知りたい気持ちを持ちながら、香川県内を移動するようになる。その結果、滞在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たいざい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時間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じかん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が長くなり、交通機関、飲食店などに良い影響を与えることができる。二つ目は、費用対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ひようたい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効果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こうか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高さだ。ガチャガチャのコストが低いため、予算が限られていても始めやすい活動だ。中身に地域の魅力を込めることで、大きな観光キャンペーンが行わなくてもいい。また、小さくて軽いので、駅や商店街、観光案内所など、いろいろな場所に設置できる。このように、香川県のガチャガチャは、ただのおもちゃだけでなく、地域の魅力を伝えるメディアとして大きな影響が与えられている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B1A27FF-19C8-467B-95A7-7A2408E7788D}"/>
              </a:ext>
            </a:extLst>
          </p:cNvPr>
          <p:cNvSpPr/>
          <p:nvPr/>
        </p:nvSpPr>
        <p:spPr>
          <a:xfrm>
            <a:off x="1640632" y="537210"/>
            <a:ext cx="1152128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ja-JP" altLang="en-US" sz="1800" dirty="0">
                <a:solidFill>
                  <a:srgbClr val="474747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３</a:t>
            </a:r>
          </a:p>
        </p:txBody>
      </p:sp>
      <p:pic>
        <p:nvPicPr>
          <p:cNvPr id="6" name="Picture 5" descr="A drawing of a couple of people&#10;&#10;AI-generated content may be incorrect.">
            <a:extLst>
              <a:ext uri="{FF2B5EF4-FFF2-40B4-BE49-F238E27FC236}">
                <a16:creationId xmlns:a16="http://schemas.microsoft.com/office/drawing/2014/main" id="{DB40607B-CF9C-1453-28E7-47A6C59DA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893" y="1268760"/>
            <a:ext cx="4176837" cy="41605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454</Words>
  <Application>Microsoft Office PowerPoint</Application>
  <PresentationFormat>A4 Paper (210x297 mm)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HGP創英角ｺﾞｼｯｸUB</vt:lpstr>
      <vt:lpstr>メイリオ</vt:lpstr>
      <vt:lpstr>Arial</vt:lpstr>
      <vt:lpstr>Times New Roman</vt:lpstr>
      <vt:lpstr>標準デザイン</vt:lpstr>
      <vt:lpstr>PowerPoint Presentation</vt:lpstr>
    </vt:vector>
  </TitlesOfParts>
  <Company>IFUJI DESIGN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IBM_IFUJI</dc:creator>
  <cp:lastModifiedBy>MUHAMMAD AZRIZ DANIAL BIN AHMAD RIZAL(s25t358)</cp:lastModifiedBy>
  <cp:revision>43</cp:revision>
  <cp:lastPrinted>2012-09-26T07:24:48Z</cp:lastPrinted>
  <dcterms:created xsi:type="dcterms:W3CDTF">2007-02-05T06:14:36Z</dcterms:created>
  <dcterms:modified xsi:type="dcterms:W3CDTF">2025-06-04T09:39:13Z</dcterms:modified>
</cp:coreProperties>
</file>